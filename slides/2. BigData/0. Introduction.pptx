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7" r:id="rId1"/>
  </p:sldMasterIdLst>
  <p:notesMasterIdLst>
    <p:notesMasterId r:id="rId19"/>
  </p:notesMasterIdLst>
  <p:sldIdLst>
    <p:sldId id="1793" r:id="rId2"/>
    <p:sldId id="1712" r:id="rId3"/>
    <p:sldId id="1792" r:id="rId4"/>
    <p:sldId id="1682" r:id="rId5"/>
    <p:sldId id="1708" r:id="rId6"/>
    <p:sldId id="1709" r:id="rId7"/>
    <p:sldId id="1797" r:id="rId8"/>
    <p:sldId id="1713" r:id="rId9"/>
    <p:sldId id="1714" r:id="rId10"/>
    <p:sldId id="1716" r:id="rId11"/>
    <p:sldId id="1717" r:id="rId12"/>
    <p:sldId id="1718" r:id="rId13"/>
    <p:sldId id="1719" r:id="rId14"/>
    <p:sldId id="1723" r:id="rId15"/>
    <p:sldId id="1761" r:id="rId16"/>
    <p:sldId id="1799" r:id="rId17"/>
    <p:sldId id="1798" r:id="rId18"/>
  </p:sldIdLst>
  <p:sldSz cx="9144000" cy="5143500" type="screen16x9"/>
  <p:notesSz cx="6858000" cy="9144000"/>
  <p:defaultTextStyle>
    <a:defPPr>
      <a:defRPr lang="pl-P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368"/>
    <p:restoredTop sz="94631"/>
  </p:normalViewPr>
  <p:slideViewPr>
    <p:cSldViewPr snapToGrid="0" snapToObjects="1">
      <p:cViewPr varScale="1">
        <p:scale>
          <a:sx n="146" d="100"/>
          <a:sy n="146" d="100"/>
        </p:scale>
        <p:origin x="176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3402D6-52B6-5541-8BB9-797FC43F58CD}" type="datetimeFigureOut">
              <a:t>7.10.2026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8FC547-15F3-F143-B10C-B928029B9414}" type="slidenum"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74761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/>
              <a:t>7.10.2026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81027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/>
              <a:t>7.10.2026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85167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/>
              <a:t>7.10.2026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98230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/>
              <a:t>7.10.2026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16062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/>
              <a:t>7.10.2026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37283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/>
              <a:t>7.10.2026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73412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/>
              <a:t>7.10.2026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53090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/>
              <a:t>7.10.2026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7217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wa - Praw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ymbol zastępczy tekstu 6"/>
          <p:cNvSpPr>
            <a:spLocks noGrp="1"/>
          </p:cNvSpPr>
          <p:nvPr>
            <p:ph type="body" sz="quarter" idx="10"/>
          </p:nvPr>
        </p:nvSpPr>
        <p:spPr>
          <a:xfrm>
            <a:off x="985899" y="1806180"/>
            <a:ext cx="3240088" cy="912019"/>
          </a:xfrm>
        </p:spPr>
        <p:txBody>
          <a:bodyPr anchor="ctr"/>
          <a:lstStyle>
            <a:lvl1pPr marL="0" indent="0" algn="r">
              <a:buNone/>
              <a:defRPr sz="3300"/>
            </a:lvl1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8" name="Symbol zastępczy tekstu 6"/>
          <p:cNvSpPr>
            <a:spLocks noGrp="1"/>
          </p:cNvSpPr>
          <p:nvPr>
            <p:ph type="body" sz="quarter" idx="11"/>
          </p:nvPr>
        </p:nvSpPr>
        <p:spPr>
          <a:xfrm>
            <a:off x="4422180" y="1806180"/>
            <a:ext cx="3240088" cy="912019"/>
          </a:xfrm>
        </p:spPr>
        <p:txBody>
          <a:bodyPr anchor="ctr"/>
          <a:lstStyle>
            <a:lvl1pPr marL="0" indent="0" algn="l">
              <a:buNone/>
              <a:defRPr sz="3300"/>
            </a:lvl1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3539996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l-PL"/>
              <a:t>Kliknij ikonę, aby dodać obraz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/>
              <a:t>7.10.2026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8663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/>
              <a:t>7.10.2026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811390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/>
              <a:t>7.10.2026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158945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8158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tint val="75000"/>
                  </a:schemeClr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</a:lstStyle>
          <a:p>
            <a:fld id="{91FA8B05-0052-1A4C-B7E6-43F0EFB84FAB}" type="datetimeFigureOut">
              <a:rPr lang="pl-PL" smtClean="0"/>
              <a:t>7.10.2026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i="0">
                <a:solidFill>
                  <a:schemeClr val="tx1">
                    <a:tint val="75000"/>
                  </a:schemeClr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tint val="75000"/>
                  </a:schemeClr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</a:lstStyle>
          <a:p>
            <a:fld id="{9CF64DEC-F64D-4E40-99B7-A86FBEE60E7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2500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</p:sldLayoutIdLst>
  <p:txStyles>
    <p:titleStyle>
      <a:lvl1pPr algn="ctr" defTabSz="685800" rtl="0" eaLnBrk="1" latinLnBrk="0" hangingPunct="1">
        <a:spcBef>
          <a:spcPct val="0"/>
        </a:spcBef>
        <a:buNone/>
        <a:defRPr sz="3300" b="1" i="0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b="1" i="0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b="1" i="0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b="1" i="0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b="1" i="0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b="1" i="0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4">
            <a:extLst>
              <a:ext uri="{FF2B5EF4-FFF2-40B4-BE49-F238E27FC236}">
                <a16:creationId xmlns:a16="http://schemas.microsoft.com/office/drawing/2014/main" id="{D1D8119D-A7B9-424E-9DF4-F1C78DAE42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/>
              <a:t>BigData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7B14458-ECCD-C9A2-F2F8-AF7E6A8133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 err="1"/>
              <a:t>Different</a:t>
            </a:r>
            <a:r>
              <a:rPr lang="pl-PL" dirty="0"/>
              <a:t> </a:t>
            </a:r>
            <a:r>
              <a:rPr lang="pl-PL" dirty="0" err="1"/>
              <a:t>Aspects</a:t>
            </a:r>
            <a:r>
              <a:rPr lang="pl-PL" dirty="0"/>
              <a:t> of </a:t>
            </a:r>
            <a:r>
              <a:rPr lang="pl-PL"/>
              <a:t>Complexity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409238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07DBBF4C-F779-F560-97E5-459A697B6A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639"/>
          <a:stretch/>
        </p:blipFill>
        <p:spPr>
          <a:xfrm>
            <a:off x="20" y="10"/>
            <a:ext cx="9143980" cy="51434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33021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wal 3">
            <a:extLst>
              <a:ext uri="{FF2B5EF4-FFF2-40B4-BE49-F238E27FC236}">
                <a16:creationId xmlns:a16="http://schemas.microsoft.com/office/drawing/2014/main" id="{DFC7E701-EF74-3217-5009-C9D262A1710E}"/>
              </a:ext>
            </a:extLst>
          </p:cNvPr>
          <p:cNvSpPr/>
          <p:nvPr/>
        </p:nvSpPr>
        <p:spPr>
          <a:xfrm>
            <a:off x="2779012" y="1430048"/>
            <a:ext cx="1834213" cy="1834213"/>
          </a:xfrm>
          <a:prstGeom prst="ellipse">
            <a:avLst/>
          </a:prstGeom>
          <a:solidFill>
            <a:schemeClr val="accent1">
              <a:alpha val="3279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/>
              <a:t>BigData</a:t>
            </a:r>
          </a:p>
        </p:txBody>
      </p:sp>
      <p:sp>
        <p:nvSpPr>
          <p:cNvPr id="5" name="Owal 4">
            <a:extLst>
              <a:ext uri="{FF2B5EF4-FFF2-40B4-BE49-F238E27FC236}">
                <a16:creationId xmlns:a16="http://schemas.microsoft.com/office/drawing/2014/main" id="{AAB63607-6D07-5A5D-6462-1F84778D2652}"/>
              </a:ext>
            </a:extLst>
          </p:cNvPr>
          <p:cNvSpPr/>
          <p:nvPr/>
        </p:nvSpPr>
        <p:spPr>
          <a:xfrm>
            <a:off x="4312740" y="726413"/>
            <a:ext cx="2366983" cy="2366983"/>
          </a:xfrm>
          <a:prstGeom prst="ellipse">
            <a:avLst/>
          </a:prstGeom>
          <a:solidFill>
            <a:srgbClr val="FFC000">
              <a:alpha val="3279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IT </a:t>
            </a:r>
            <a:r>
              <a:rPr lang="pl-PL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Architectures</a:t>
            </a:r>
            <a:endParaRPr lang="pl-PL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Owal 5">
            <a:extLst>
              <a:ext uri="{FF2B5EF4-FFF2-40B4-BE49-F238E27FC236}">
                <a16:creationId xmlns:a16="http://schemas.microsoft.com/office/drawing/2014/main" id="{3EC59DF7-DDB7-B93A-BB54-162E4A4E0CD4}"/>
              </a:ext>
            </a:extLst>
          </p:cNvPr>
          <p:cNvSpPr/>
          <p:nvPr/>
        </p:nvSpPr>
        <p:spPr>
          <a:xfrm>
            <a:off x="3904177" y="2298514"/>
            <a:ext cx="2136698" cy="2136698"/>
          </a:xfrm>
          <a:prstGeom prst="ellipse">
            <a:avLst/>
          </a:prstGeom>
          <a:solidFill>
            <a:srgbClr val="00B050">
              <a:alpha val="3279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7506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stokąt 3">
            <a:extLst>
              <a:ext uri="{FF2B5EF4-FFF2-40B4-BE49-F238E27FC236}">
                <a16:creationId xmlns:a16="http://schemas.microsoft.com/office/drawing/2014/main" id="{F6FB1EBB-8F4E-A1CE-35C6-D7CFB2700AB2}"/>
              </a:ext>
            </a:extLst>
          </p:cNvPr>
          <p:cNvSpPr/>
          <p:nvPr/>
        </p:nvSpPr>
        <p:spPr>
          <a:xfrm>
            <a:off x="118532" y="544286"/>
            <a:ext cx="2722639" cy="3080657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>
              <a:latin typeface="Franklin Gothic Book" panose="020B0503020102020204" pitchFamily="34" charset="0"/>
            </a:endParaRP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4708C597-3785-046E-2B3E-121F62C60EFF}"/>
              </a:ext>
            </a:extLst>
          </p:cNvPr>
          <p:cNvSpPr/>
          <p:nvPr/>
        </p:nvSpPr>
        <p:spPr>
          <a:xfrm>
            <a:off x="2979362" y="544286"/>
            <a:ext cx="4374847" cy="3080657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latin typeface="Franklin Gothic Book" panose="020B0503020102020204" pitchFamily="34" charset="0"/>
            </a:endParaRPr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C1A7FA72-D8A4-9E48-D5E1-EECE70EB9CB9}"/>
              </a:ext>
            </a:extLst>
          </p:cNvPr>
          <p:cNvSpPr/>
          <p:nvPr/>
        </p:nvSpPr>
        <p:spPr>
          <a:xfrm>
            <a:off x="7461554" y="544285"/>
            <a:ext cx="1563914" cy="4146248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latin typeface="Franklin Gothic Book" panose="020B0503020102020204" pitchFamily="34" charset="0"/>
            </a:endParaRPr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00B5A6B0-5866-6637-3886-90A447704A7C}"/>
              </a:ext>
            </a:extLst>
          </p:cNvPr>
          <p:cNvSpPr/>
          <p:nvPr/>
        </p:nvSpPr>
        <p:spPr>
          <a:xfrm>
            <a:off x="217414" y="1550610"/>
            <a:ext cx="1032329" cy="744463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BFFC6624-C17E-CDA7-BFF5-87E6D25E0731}"/>
              </a:ext>
            </a:extLst>
          </p:cNvPr>
          <p:cNvSpPr/>
          <p:nvPr/>
        </p:nvSpPr>
        <p:spPr>
          <a:xfrm>
            <a:off x="214090" y="2634038"/>
            <a:ext cx="1032329" cy="744463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8FC5AC4F-B5E5-E92B-083D-E4C1D26DADE7}"/>
              </a:ext>
            </a:extLst>
          </p:cNvPr>
          <p:cNvSpPr/>
          <p:nvPr/>
        </p:nvSpPr>
        <p:spPr>
          <a:xfrm>
            <a:off x="1590224" y="2634038"/>
            <a:ext cx="1032329" cy="744463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9A0218DC-624A-1251-D9EA-2E7F4AED5841}"/>
              </a:ext>
            </a:extLst>
          </p:cNvPr>
          <p:cNvSpPr/>
          <p:nvPr/>
        </p:nvSpPr>
        <p:spPr>
          <a:xfrm>
            <a:off x="3184976" y="2634038"/>
            <a:ext cx="1032329" cy="744463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DB5DC1AD-FA1C-D9A8-5119-0C9BEEC67F99}"/>
              </a:ext>
            </a:extLst>
          </p:cNvPr>
          <p:cNvSpPr/>
          <p:nvPr/>
        </p:nvSpPr>
        <p:spPr>
          <a:xfrm>
            <a:off x="4641847" y="2634038"/>
            <a:ext cx="1032329" cy="744463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1EDFDCDF-0551-C40E-CA50-7FF7730A9FFD}"/>
              </a:ext>
            </a:extLst>
          </p:cNvPr>
          <p:cNvSpPr/>
          <p:nvPr/>
        </p:nvSpPr>
        <p:spPr>
          <a:xfrm>
            <a:off x="6098718" y="2634038"/>
            <a:ext cx="1032329" cy="744463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4" name="Prostokąt 13">
            <a:extLst>
              <a:ext uri="{FF2B5EF4-FFF2-40B4-BE49-F238E27FC236}">
                <a16:creationId xmlns:a16="http://schemas.microsoft.com/office/drawing/2014/main" id="{71D787BF-B53B-6227-2691-4C4F25CB2B1F}"/>
              </a:ext>
            </a:extLst>
          </p:cNvPr>
          <p:cNvSpPr/>
          <p:nvPr/>
        </p:nvSpPr>
        <p:spPr>
          <a:xfrm>
            <a:off x="7559522" y="2634038"/>
            <a:ext cx="1032329" cy="744463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AB625936-29EE-DE31-E6DD-289635BFC4BA}"/>
              </a:ext>
            </a:extLst>
          </p:cNvPr>
          <p:cNvSpPr/>
          <p:nvPr/>
        </p:nvSpPr>
        <p:spPr>
          <a:xfrm>
            <a:off x="7559522" y="3763886"/>
            <a:ext cx="1032329" cy="469448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7" name="Prostokąt 16">
            <a:extLst>
              <a:ext uri="{FF2B5EF4-FFF2-40B4-BE49-F238E27FC236}">
                <a16:creationId xmlns:a16="http://schemas.microsoft.com/office/drawing/2014/main" id="{159412C8-233A-80AE-B563-7226D4CA8C93}"/>
              </a:ext>
            </a:extLst>
          </p:cNvPr>
          <p:cNvSpPr/>
          <p:nvPr/>
        </p:nvSpPr>
        <p:spPr>
          <a:xfrm>
            <a:off x="2082800" y="3996267"/>
            <a:ext cx="1328961" cy="602947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8" name="Prostokąt 17">
            <a:extLst>
              <a:ext uri="{FF2B5EF4-FFF2-40B4-BE49-F238E27FC236}">
                <a16:creationId xmlns:a16="http://schemas.microsoft.com/office/drawing/2014/main" id="{CEC98D2F-3146-4BD0-AB84-97E3CE91258F}"/>
              </a:ext>
            </a:extLst>
          </p:cNvPr>
          <p:cNvSpPr/>
          <p:nvPr/>
        </p:nvSpPr>
        <p:spPr>
          <a:xfrm>
            <a:off x="4107696" y="3996267"/>
            <a:ext cx="1328961" cy="602947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cxnSp>
        <p:nvCxnSpPr>
          <p:cNvPr id="20" name="Łącznik prosty ze strzałką 19">
            <a:extLst>
              <a:ext uri="{FF2B5EF4-FFF2-40B4-BE49-F238E27FC236}">
                <a16:creationId xmlns:a16="http://schemas.microsoft.com/office/drawing/2014/main" id="{D97487EA-6853-58F7-D126-D57D60BD993C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733579" y="1275637"/>
            <a:ext cx="0" cy="27497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Łącznik prosty ze strzałką 20">
            <a:extLst>
              <a:ext uri="{FF2B5EF4-FFF2-40B4-BE49-F238E27FC236}">
                <a16:creationId xmlns:a16="http://schemas.microsoft.com/office/drawing/2014/main" id="{50D33394-B0FE-ADED-AC23-AA43EE1E8401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730254" y="2295073"/>
            <a:ext cx="1" cy="33896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Łącznik prosty ze strzałką 24">
            <a:extLst>
              <a:ext uri="{FF2B5EF4-FFF2-40B4-BE49-F238E27FC236}">
                <a16:creationId xmlns:a16="http://schemas.microsoft.com/office/drawing/2014/main" id="{50260218-9319-4641-2A99-96F4F3A40F7C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1249743" y="3006269"/>
            <a:ext cx="340481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Łącznik prosty ze strzałką 27">
            <a:extLst>
              <a:ext uri="{FF2B5EF4-FFF2-40B4-BE49-F238E27FC236}">
                <a16:creationId xmlns:a16="http://schemas.microsoft.com/office/drawing/2014/main" id="{564E564F-01F6-CF97-2BE2-D7F561591235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2622553" y="3006269"/>
            <a:ext cx="562423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Łącznik prosty ze strzałką 30">
            <a:extLst>
              <a:ext uri="{FF2B5EF4-FFF2-40B4-BE49-F238E27FC236}">
                <a16:creationId xmlns:a16="http://schemas.microsoft.com/office/drawing/2014/main" id="{BC68A571-0561-B950-E52D-8E753CCA0D70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4217305" y="3006270"/>
            <a:ext cx="424542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Łącznik prosty ze strzałką 31">
            <a:extLst>
              <a:ext uri="{FF2B5EF4-FFF2-40B4-BE49-F238E27FC236}">
                <a16:creationId xmlns:a16="http://schemas.microsoft.com/office/drawing/2014/main" id="{FD6EF649-BB33-16F7-719D-434B0834A3DB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5674176" y="3006270"/>
            <a:ext cx="424542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Łącznik prosty ze strzałką 32">
            <a:extLst>
              <a:ext uri="{FF2B5EF4-FFF2-40B4-BE49-F238E27FC236}">
                <a16:creationId xmlns:a16="http://schemas.microsoft.com/office/drawing/2014/main" id="{497B2EB8-CF19-E5CB-FE7E-A2CAFD39CE4B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3411761" y="4297741"/>
            <a:ext cx="69593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Łącznik prosty ze strzałką 39">
            <a:extLst>
              <a:ext uri="{FF2B5EF4-FFF2-40B4-BE49-F238E27FC236}">
                <a16:creationId xmlns:a16="http://schemas.microsoft.com/office/drawing/2014/main" id="{DFC4AAAA-B703-9D4A-645E-5AF4AF4B8C54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7131047" y="3006270"/>
            <a:ext cx="42847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Łącznik prosty ze strzałką 46">
            <a:extLst>
              <a:ext uri="{FF2B5EF4-FFF2-40B4-BE49-F238E27FC236}">
                <a16:creationId xmlns:a16="http://schemas.microsoft.com/office/drawing/2014/main" id="{5B10881D-1383-A2D2-B9DF-1F87A8373A30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8075687" y="3378501"/>
            <a:ext cx="0" cy="38538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Łącznik łamany 50">
            <a:extLst>
              <a:ext uri="{FF2B5EF4-FFF2-40B4-BE49-F238E27FC236}">
                <a16:creationId xmlns:a16="http://schemas.microsoft.com/office/drawing/2014/main" id="{DAACFCA3-2BFF-D74A-8F2D-6955DFDA1B37}"/>
              </a:ext>
            </a:extLst>
          </p:cNvPr>
          <p:cNvCxnSpPr>
            <a:cxnSpLocks/>
            <a:endCxn id="18" idx="3"/>
          </p:cNvCxnSpPr>
          <p:nvPr/>
        </p:nvCxnSpPr>
        <p:spPr>
          <a:xfrm rot="10800000" flipV="1">
            <a:off x="5436658" y="3202665"/>
            <a:ext cx="2117119" cy="1095075"/>
          </a:xfrm>
          <a:prstGeom prst="bentConnector3">
            <a:avLst>
              <a:gd name="adj1" fmla="val 6809"/>
            </a:avLst>
          </a:prstGeom>
          <a:ln>
            <a:solidFill>
              <a:schemeClr val="bg1">
                <a:lumMod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wal 54">
            <a:extLst>
              <a:ext uri="{FF2B5EF4-FFF2-40B4-BE49-F238E27FC236}">
                <a16:creationId xmlns:a16="http://schemas.microsoft.com/office/drawing/2014/main" id="{3702B4B5-FAE0-974A-6C13-F4570B5BC3FB}"/>
              </a:ext>
            </a:extLst>
          </p:cNvPr>
          <p:cNvSpPr/>
          <p:nvPr/>
        </p:nvSpPr>
        <p:spPr>
          <a:xfrm>
            <a:off x="8268237" y="637655"/>
            <a:ext cx="658349" cy="658349"/>
          </a:xfrm>
          <a:prstGeom prst="ellipse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cxnSp>
        <p:nvCxnSpPr>
          <p:cNvPr id="56" name="Łącznik łamany 55">
            <a:extLst>
              <a:ext uri="{FF2B5EF4-FFF2-40B4-BE49-F238E27FC236}">
                <a16:creationId xmlns:a16="http://schemas.microsoft.com/office/drawing/2014/main" id="{D5E6FCC3-F583-FF3D-3140-EC2EC46F326A}"/>
              </a:ext>
            </a:extLst>
          </p:cNvPr>
          <p:cNvCxnSpPr>
            <a:cxnSpLocks/>
            <a:stCxn id="14" idx="3"/>
            <a:endCxn id="55" idx="4"/>
          </p:cNvCxnSpPr>
          <p:nvPr/>
        </p:nvCxnSpPr>
        <p:spPr>
          <a:xfrm flipV="1">
            <a:off x="8591851" y="1296004"/>
            <a:ext cx="5561" cy="1710266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Łącznik łamany 22">
            <a:extLst>
              <a:ext uri="{FF2B5EF4-FFF2-40B4-BE49-F238E27FC236}">
                <a16:creationId xmlns:a16="http://schemas.microsoft.com/office/drawing/2014/main" id="{4E365F28-858B-70A6-684F-E65A968F82DE}"/>
              </a:ext>
            </a:extLst>
          </p:cNvPr>
          <p:cNvCxnSpPr>
            <a:stCxn id="17" idx="1"/>
            <a:endCxn id="9" idx="2"/>
          </p:cNvCxnSpPr>
          <p:nvPr/>
        </p:nvCxnSpPr>
        <p:spPr>
          <a:xfrm rot="10800000">
            <a:off x="730256" y="3378501"/>
            <a:ext cx="1352545" cy="919240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Dokument 25">
            <a:extLst>
              <a:ext uri="{FF2B5EF4-FFF2-40B4-BE49-F238E27FC236}">
                <a16:creationId xmlns:a16="http://schemas.microsoft.com/office/drawing/2014/main" id="{1BD4D891-37C9-801B-B9F9-52B753278D56}"/>
              </a:ext>
            </a:extLst>
          </p:cNvPr>
          <p:cNvSpPr/>
          <p:nvPr/>
        </p:nvSpPr>
        <p:spPr>
          <a:xfrm>
            <a:off x="214090" y="544285"/>
            <a:ext cx="1032329" cy="785813"/>
          </a:xfrm>
          <a:prstGeom prst="flowChartDocument">
            <a:avLst/>
          </a:prstGeom>
          <a:solidFill>
            <a:schemeClr val="accent1"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bg1"/>
                </a:solidFill>
                <a:latin typeface="Franklin Gothic Book" panose="020B0503020102020204" pitchFamily="34" charset="0"/>
              </a:rPr>
              <a:t>Raw data</a:t>
            </a:r>
          </a:p>
        </p:txBody>
      </p:sp>
    </p:spTree>
    <p:extLst>
      <p:ext uri="{BB962C8B-B14F-4D97-AF65-F5344CB8AC3E}">
        <p14:creationId xmlns:p14="http://schemas.microsoft.com/office/powerpoint/2010/main" val="1701820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stokąt 3">
            <a:extLst>
              <a:ext uri="{FF2B5EF4-FFF2-40B4-BE49-F238E27FC236}">
                <a16:creationId xmlns:a16="http://schemas.microsoft.com/office/drawing/2014/main" id="{F6FB1EBB-8F4E-A1CE-35C6-D7CFB2700AB2}"/>
              </a:ext>
            </a:extLst>
          </p:cNvPr>
          <p:cNvSpPr/>
          <p:nvPr/>
        </p:nvSpPr>
        <p:spPr>
          <a:xfrm>
            <a:off x="118532" y="544286"/>
            <a:ext cx="2722639" cy="3080657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C1A7FA72-D8A4-9E48-D5E1-EECE70EB9CB9}"/>
              </a:ext>
            </a:extLst>
          </p:cNvPr>
          <p:cNvSpPr/>
          <p:nvPr/>
        </p:nvSpPr>
        <p:spPr>
          <a:xfrm>
            <a:off x="7461554" y="544285"/>
            <a:ext cx="1563914" cy="4146248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latin typeface="Franklin Gothic Book" panose="020B0503020102020204" pitchFamily="34" charset="0"/>
            </a:endParaRPr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00B5A6B0-5866-6637-3886-90A447704A7C}"/>
              </a:ext>
            </a:extLst>
          </p:cNvPr>
          <p:cNvSpPr/>
          <p:nvPr/>
        </p:nvSpPr>
        <p:spPr>
          <a:xfrm>
            <a:off x="217414" y="1550610"/>
            <a:ext cx="1032329" cy="744463"/>
          </a:xfrm>
          <a:prstGeom prst="rect">
            <a:avLst/>
          </a:prstGeom>
          <a:solidFill>
            <a:schemeClr val="accent1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tx1"/>
                </a:solidFill>
                <a:latin typeface="Franklin Gothic Book" panose="020B0503020102020204" pitchFamily="34" charset="0"/>
              </a:rPr>
              <a:t>Data extraction</a:t>
            </a: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BFFC6624-C17E-CDA7-BFF5-87E6D25E0731}"/>
              </a:ext>
            </a:extLst>
          </p:cNvPr>
          <p:cNvSpPr/>
          <p:nvPr/>
        </p:nvSpPr>
        <p:spPr>
          <a:xfrm>
            <a:off x="214090" y="2634038"/>
            <a:ext cx="1032329" cy="744463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8FC5AC4F-B5E5-E92B-083D-E4C1D26DADE7}"/>
              </a:ext>
            </a:extLst>
          </p:cNvPr>
          <p:cNvSpPr/>
          <p:nvPr/>
        </p:nvSpPr>
        <p:spPr>
          <a:xfrm>
            <a:off x="1590224" y="2634038"/>
            <a:ext cx="1032329" cy="744463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9A0218DC-624A-1251-D9EA-2E7F4AED5841}"/>
              </a:ext>
            </a:extLst>
          </p:cNvPr>
          <p:cNvSpPr/>
          <p:nvPr/>
        </p:nvSpPr>
        <p:spPr>
          <a:xfrm>
            <a:off x="3184976" y="2634038"/>
            <a:ext cx="1032329" cy="744463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DB5DC1AD-FA1C-D9A8-5119-0C9BEEC67F99}"/>
              </a:ext>
            </a:extLst>
          </p:cNvPr>
          <p:cNvSpPr/>
          <p:nvPr/>
        </p:nvSpPr>
        <p:spPr>
          <a:xfrm>
            <a:off x="4641847" y="2634038"/>
            <a:ext cx="1032329" cy="744463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1EDFDCDF-0551-C40E-CA50-7FF7730A9FFD}"/>
              </a:ext>
            </a:extLst>
          </p:cNvPr>
          <p:cNvSpPr/>
          <p:nvPr/>
        </p:nvSpPr>
        <p:spPr>
          <a:xfrm>
            <a:off x="6098718" y="2634038"/>
            <a:ext cx="1032329" cy="744463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4" name="Prostokąt 13">
            <a:extLst>
              <a:ext uri="{FF2B5EF4-FFF2-40B4-BE49-F238E27FC236}">
                <a16:creationId xmlns:a16="http://schemas.microsoft.com/office/drawing/2014/main" id="{71D787BF-B53B-6227-2691-4C4F25CB2B1F}"/>
              </a:ext>
            </a:extLst>
          </p:cNvPr>
          <p:cNvSpPr/>
          <p:nvPr/>
        </p:nvSpPr>
        <p:spPr>
          <a:xfrm>
            <a:off x="7559522" y="2634038"/>
            <a:ext cx="1032329" cy="744463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AB625936-29EE-DE31-E6DD-289635BFC4BA}"/>
              </a:ext>
            </a:extLst>
          </p:cNvPr>
          <p:cNvSpPr/>
          <p:nvPr/>
        </p:nvSpPr>
        <p:spPr>
          <a:xfrm>
            <a:off x="7559522" y="3763886"/>
            <a:ext cx="1032329" cy="469448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7" name="Prostokąt 16">
            <a:extLst>
              <a:ext uri="{FF2B5EF4-FFF2-40B4-BE49-F238E27FC236}">
                <a16:creationId xmlns:a16="http://schemas.microsoft.com/office/drawing/2014/main" id="{159412C8-233A-80AE-B563-7226D4CA8C93}"/>
              </a:ext>
            </a:extLst>
          </p:cNvPr>
          <p:cNvSpPr/>
          <p:nvPr/>
        </p:nvSpPr>
        <p:spPr>
          <a:xfrm>
            <a:off x="2082800" y="3996267"/>
            <a:ext cx="1328961" cy="602947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8" name="Prostokąt 17">
            <a:extLst>
              <a:ext uri="{FF2B5EF4-FFF2-40B4-BE49-F238E27FC236}">
                <a16:creationId xmlns:a16="http://schemas.microsoft.com/office/drawing/2014/main" id="{CEC98D2F-3146-4BD0-AB84-97E3CE91258F}"/>
              </a:ext>
            </a:extLst>
          </p:cNvPr>
          <p:cNvSpPr/>
          <p:nvPr/>
        </p:nvSpPr>
        <p:spPr>
          <a:xfrm>
            <a:off x="4107696" y="3996267"/>
            <a:ext cx="1328961" cy="602947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cxnSp>
        <p:nvCxnSpPr>
          <p:cNvPr id="21" name="Łącznik prosty ze strzałką 20">
            <a:extLst>
              <a:ext uri="{FF2B5EF4-FFF2-40B4-BE49-F238E27FC236}">
                <a16:creationId xmlns:a16="http://schemas.microsoft.com/office/drawing/2014/main" id="{50D33394-B0FE-ADED-AC23-AA43EE1E8401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730254" y="2295073"/>
            <a:ext cx="1" cy="33896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Łącznik prosty ze strzałką 24">
            <a:extLst>
              <a:ext uri="{FF2B5EF4-FFF2-40B4-BE49-F238E27FC236}">
                <a16:creationId xmlns:a16="http://schemas.microsoft.com/office/drawing/2014/main" id="{50260218-9319-4641-2A99-96F4F3A40F7C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1249743" y="3006269"/>
            <a:ext cx="340481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Łącznik prosty ze strzałką 27">
            <a:extLst>
              <a:ext uri="{FF2B5EF4-FFF2-40B4-BE49-F238E27FC236}">
                <a16:creationId xmlns:a16="http://schemas.microsoft.com/office/drawing/2014/main" id="{564E564F-01F6-CF97-2BE2-D7F561591235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2622553" y="3006269"/>
            <a:ext cx="562423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Łącznik prosty ze strzałką 30">
            <a:extLst>
              <a:ext uri="{FF2B5EF4-FFF2-40B4-BE49-F238E27FC236}">
                <a16:creationId xmlns:a16="http://schemas.microsoft.com/office/drawing/2014/main" id="{BC68A571-0561-B950-E52D-8E753CCA0D70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4217305" y="3006270"/>
            <a:ext cx="424542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Łącznik prosty ze strzałką 31">
            <a:extLst>
              <a:ext uri="{FF2B5EF4-FFF2-40B4-BE49-F238E27FC236}">
                <a16:creationId xmlns:a16="http://schemas.microsoft.com/office/drawing/2014/main" id="{FD6EF649-BB33-16F7-719D-434B0834A3DB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5674176" y="3006270"/>
            <a:ext cx="424542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Łącznik prosty ze strzałką 32">
            <a:extLst>
              <a:ext uri="{FF2B5EF4-FFF2-40B4-BE49-F238E27FC236}">
                <a16:creationId xmlns:a16="http://schemas.microsoft.com/office/drawing/2014/main" id="{497B2EB8-CF19-E5CB-FE7E-A2CAFD39CE4B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3411761" y="4297741"/>
            <a:ext cx="69593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Łącznik prosty ze strzałką 39">
            <a:extLst>
              <a:ext uri="{FF2B5EF4-FFF2-40B4-BE49-F238E27FC236}">
                <a16:creationId xmlns:a16="http://schemas.microsoft.com/office/drawing/2014/main" id="{DFC4AAAA-B703-9D4A-645E-5AF4AF4B8C54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7131047" y="3006270"/>
            <a:ext cx="42847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Łącznik prosty ze strzałką 46">
            <a:extLst>
              <a:ext uri="{FF2B5EF4-FFF2-40B4-BE49-F238E27FC236}">
                <a16:creationId xmlns:a16="http://schemas.microsoft.com/office/drawing/2014/main" id="{5B10881D-1383-A2D2-B9DF-1F87A8373A30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8075687" y="3378501"/>
            <a:ext cx="0" cy="38538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Łącznik łamany 50">
            <a:extLst>
              <a:ext uri="{FF2B5EF4-FFF2-40B4-BE49-F238E27FC236}">
                <a16:creationId xmlns:a16="http://schemas.microsoft.com/office/drawing/2014/main" id="{DAACFCA3-2BFF-D74A-8F2D-6955DFDA1B37}"/>
              </a:ext>
            </a:extLst>
          </p:cNvPr>
          <p:cNvCxnSpPr>
            <a:cxnSpLocks/>
            <a:endCxn id="18" idx="3"/>
          </p:cNvCxnSpPr>
          <p:nvPr/>
        </p:nvCxnSpPr>
        <p:spPr>
          <a:xfrm rot="10800000" flipV="1">
            <a:off x="5436658" y="3202665"/>
            <a:ext cx="2117119" cy="1095075"/>
          </a:xfrm>
          <a:prstGeom prst="bentConnector3">
            <a:avLst>
              <a:gd name="adj1" fmla="val 6809"/>
            </a:avLst>
          </a:prstGeom>
          <a:ln>
            <a:solidFill>
              <a:schemeClr val="bg1">
                <a:lumMod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wal 54">
            <a:extLst>
              <a:ext uri="{FF2B5EF4-FFF2-40B4-BE49-F238E27FC236}">
                <a16:creationId xmlns:a16="http://schemas.microsoft.com/office/drawing/2014/main" id="{3702B4B5-FAE0-974A-6C13-F4570B5BC3FB}"/>
              </a:ext>
            </a:extLst>
          </p:cNvPr>
          <p:cNvSpPr/>
          <p:nvPr/>
        </p:nvSpPr>
        <p:spPr>
          <a:xfrm>
            <a:off x="8268237" y="637655"/>
            <a:ext cx="658349" cy="658349"/>
          </a:xfrm>
          <a:prstGeom prst="ellipse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cxnSp>
        <p:nvCxnSpPr>
          <p:cNvPr id="56" name="Łącznik łamany 55">
            <a:extLst>
              <a:ext uri="{FF2B5EF4-FFF2-40B4-BE49-F238E27FC236}">
                <a16:creationId xmlns:a16="http://schemas.microsoft.com/office/drawing/2014/main" id="{D5E6FCC3-F583-FF3D-3140-EC2EC46F326A}"/>
              </a:ext>
            </a:extLst>
          </p:cNvPr>
          <p:cNvCxnSpPr>
            <a:cxnSpLocks/>
            <a:stCxn id="14" idx="3"/>
            <a:endCxn id="55" idx="4"/>
          </p:cNvCxnSpPr>
          <p:nvPr/>
        </p:nvCxnSpPr>
        <p:spPr>
          <a:xfrm flipV="1">
            <a:off x="8591851" y="1296004"/>
            <a:ext cx="5561" cy="1710266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Łącznik łamany 22">
            <a:extLst>
              <a:ext uri="{FF2B5EF4-FFF2-40B4-BE49-F238E27FC236}">
                <a16:creationId xmlns:a16="http://schemas.microsoft.com/office/drawing/2014/main" id="{4E365F28-858B-70A6-684F-E65A968F82DE}"/>
              </a:ext>
            </a:extLst>
          </p:cNvPr>
          <p:cNvCxnSpPr>
            <a:stCxn id="17" idx="1"/>
            <a:endCxn id="9" idx="2"/>
          </p:cNvCxnSpPr>
          <p:nvPr/>
        </p:nvCxnSpPr>
        <p:spPr>
          <a:xfrm rot="10800000">
            <a:off x="730256" y="3378501"/>
            <a:ext cx="1352545" cy="919240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upa 18">
            <a:extLst>
              <a:ext uri="{FF2B5EF4-FFF2-40B4-BE49-F238E27FC236}">
                <a16:creationId xmlns:a16="http://schemas.microsoft.com/office/drawing/2014/main" id="{1E9321B5-19B5-49A2-9D82-3FF1E065BB4A}"/>
              </a:ext>
            </a:extLst>
          </p:cNvPr>
          <p:cNvGrpSpPr/>
          <p:nvPr/>
        </p:nvGrpSpPr>
        <p:grpSpPr>
          <a:xfrm>
            <a:off x="214090" y="544285"/>
            <a:ext cx="1032329" cy="1006325"/>
            <a:chOff x="214090" y="544285"/>
            <a:chExt cx="1032329" cy="1006325"/>
          </a:xfrm>
        </p:grpSpPr>
        <p:cxnSp>
          <p:nvCxnSpPr>
            <p:cNvPr id="20" name="Łącznik prosty ze strzałką 19">
              <a:extLst>
                <a:ext uri="{FF2B5EF4-FFF2-40B4-BE49-F238E27FC236}">
                  <a16:creationId xmlns:a16="http://schemas.microsoft.com/office/drawing/2014/main" id="{D97487EA-6853-58F7-D126-D57D60BD993C}"/>
                </a:ext>
              </a:extLst>
            </p:cNvPr>
            <p:cNvCxnSpPr>
              <a:cxnSpLocks/>
              <a:stCxn id="3" idx="2"/>
              <a:endCxn id="8" idx="0"/>
            </p:cNvCxnSpPr>
            <p:nvPr/>
          </p:nvCxnSpPr>
          <p:spPr>
            <a:xfrm>
              <a:off x="730255" y="1278147"/>
              <a:ext cx="3324" cy="272463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Dokument 2">
              <a:extLst>
                <a:ext uri="{FF2B5EF4-FFF2-40B4-BE49-F238E27FC236}">
                  <a16:creationId xmlns:a16="http://schemas.microsoft.com/office/drawing/2014/main" id="{0BEC8D5A-DA57-C015-5CB7-91FC06BF68BB}"/>
                </a:ext>
              </a:extLst>
            </p:cNvPr>
            <p:cNvSpPr/>
            <p:nvPr/>
          </p:nvSpPr>
          <p:spPr>
            <a:xfrm>
              <a:off x="214090" y="544285"/>
              <a:ext cx="1032329" cy="785813"/>
            </a:xfrm>
            <a:prstGeom prst="flowChartDocument">
              <a:avLst/>
            </a:prstGeom>
            <a:solidFill>
              <a:schemeClr val="accent1">
                <a:alpha val="7461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200">
                  <a:solidFill>
                    <a:schemeClr val="bg1"/>
                  </a:solidFill>
                  <a:latin typeface="Franklin Gothic Book" panose="020B0503020102020204" pitchFamily="34" charset="0"/>
                </a:rPr>
                <a:t>Raw data</a:t>
              </a:r>
            </a:p>
          </p:txBody>
        </p:sp>
      </p:grpSp>
      <p:sp>
        <p:nvSpPr>
          <p:cNvPr id="22" name="Prostokąt 21">
            <a:extLst>
              <a:ext uri="{FF2B5EF4-FFF2-40B4-BE49-F238E27FC236}">
                <a16:creationId xmlns:a16="http://schemas.microsoft.com/office/drawing/2014/main" id="{C0C92D4D-95FF-F8A7-7C72-71F2A00108E8}"/>
              </a:ext>
            </a:extLst>
          </p:cNvPr>
          <p:cNvSpPr/>
          <p:nvPr/>
        </p:nvSpPr>
        <p:spPr>
          <a:xfrm>
            <a:off x="2953053" y="544286"/>
            <a:ext cx="4374847" cy="3080657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7197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stokąt 3">
            <a:extLst>
              <a:ext uri="{FF2B5EF4-FFF2-40B4-BE49-F238E27FC236}">
                <a16:creationId xmlns:a16="http://schemas.microsoft.com/office/drawing/2014/main" id="{F6FB1EBB-8F4E-A1CE-35C6-D7CFB2700AB2}"/>
              </a:ext>
            </a:extLst>
          </p:cNvPr>
          <p:cNvSpPr/>
          <p:nvPr/>
        </p:nvSpPr>
        <p:spPr>
          <a:xfrm>
            <a:off x="118532" y="544286"/>
            <a:ext cx="2722639" cy="3080657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C1A7FA72-D8A4-9E48-D5E1-EECE70EB9CB9}"/>
              </a:ext>
            </a:extLst>
          </p:cNvPr>
          <p:cNvSpPr/>
          <p:nvPr/>
        </p:nvSpPr>
        <p:spPr>
          <a:xfrm>
            <a:off x="7461554" y="544285"/>
            <a:ext cx="1563914" cy="4146248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latin typeface="Franklin Gothic Book" panose="020B0503020102020204" pitchFamily="34" charset="0"/>
            </a:endParaRPr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00B5A6B0-5866-6637-3886-90A447704A7C}"/>
              </a:ext>
            </a:extLst>
          </p:cNvPr>
          <p:cNvSpPr/>
          <p:nvPr/>
        </p:nvSpPr>
        <p:spPr>
          <a:xfrm>
            <a:off x="217414" y="1550610"/>
            <a:ext cx="1032329" cy="744463"/>
          </a:xfrm>
          <a:prstGeom prst="rect">
            <a:avLst/>
          </a:prstGeom>
          <a:solidFill>
            <a:schemeClr val="accent1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tx1"/>
                </a:solidFill>
                <a:latin typeface="Franklin Gothic Book" panose="020B0503020102020204" pitchFamily="34" charset="0"/>
              </a:rPr>
              <a:t>Data extraction</a:t>
            </a: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BFFC6624-C17E-CDA7-BFF5-87E6D25E0731}"/>
              </a:ext>
            </a:extLst>
          </p:cNvPr>
          <p:cNvSpPr/>
          <p:nvPr/>
        </p:nvSpPr>
        <p:spPr>
          <a:xfrm>
            <a:off x="214090" y="2634038"/>
            <a:ext cx="1032329" cy="744463"/>
          </a:xfrm>
          <a:prstGeom prst="rect">
            <a:avLst/>
          </a:prstGeom>
          <a:solidFill>
            <a:schemeClr val="accent1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tx1"/>
                </a:solidFill>
                <a:latin typeface="Franklin Gothic Book" panose="020B0503020102020204" pitchFamily="34" charset="0"/>
              </a:rPr>
              <a:t>Data analysis</a:t>
            </a: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8FC5AC4F-B5E5-E92B-083D-E4C1D26DADE7}"/>
              </a:ext>
            </a:extLst>
          </p:cNvPr>
          <p:cNvSpPr/>
          <p:nvPr/>
        </p:nvSpPr>
        <p:spPr>
          <a:xfrm>
            <a:off x="1590224" y="2634038"/>
            <a:ext cx="1032329" cy="744463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9A0218DC-624A-1251-D9EA-2E7F4AED5841}"/>
              </a:ext>
            </a:extLst>
          </p:cNvPr>
          <p:cNvSpPr/>
          <p:nvPr/>
        </p:nvSpPr>
        <p:spPr>
          <a:xfrm>
            <a:off x="3184976" y="2634038"/>
            <a:ext cx="1032329" cy="744463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DB5DC1AD-FA1C-D9A8-5119-0C9BEEC67F99}"/>
              </a:ext>
            </a:extLst>
          </p:cNvPr>
          <p:cNvSpPr/>
          <p:nvPr/>
        </p:nvSpPr>
        <p:spPr>
          <a:xfrm>
            <a:off x="4641847" y="2634038"/>
            <a:ext cx="1032329" cy="744463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1EDFDCDF-0551-C40E-CA50-7FF7730A9FFD}"/>
              </a:ext>
            </a:extLst>
          </p:cNvPr>
          <p:cNvSpPr/>
          <p:nvPr/>
        </p:nvSpPr>
        <p:spPr>
          <a:xfrm>
            <a:off x="6098718" y="2634038"/>
            <a:ext cx="1032329" cy="744463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4" name="Prostokąt 13">
            <a:extLst>
              <a:ext uri="{FF2B5EF4-FFF2-40B4-BE49-F238E27FC236}">
                <a16:creationId xmlns:a16="http://schemas.microsoft.com/office/drawing/2014/main" id="{71D787BF-B53B-6227-2691-4C4F25CB2B1F}"/>
              </a:ext>
            </a:extLst>
          </p:cNvPr>
          <p:cNvSpPr/>
          <p:nvPr/>
        </p:nvSpPr>
        <p:spPr>
          <a:xfrm>
            <a:off x="7559522" y="2634038"/>
            <a:ext cx="1032329" cy="744463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AB625936-29EE-DE31-E6DD-289635BFC4BA}"/>
              </a:ext>
            </a:extLst>
          </p:cNvPr>
          <p:cNvSpPr/>
          <p:nvPr/>
        </p:nvSpPr>
        <p:spPr>
          <a:xfrm>
            <a:off x="7559522" y="3763886"/>
            <a:ext cx="1032329" cy="469448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7" name="Prostokąt 16">
            <a:extLst>
              <a:ext uri="{FF2B5EF4-FFF2-40B4-BE49-F238E27FC236}">
                <a16:creationId xmlns:a16="http://schemas.microsoft.com/office/drawing/2014/main" id="{159412C8-233A-80AE-B563-7226D4CA8C93}"/>
              </a:ext>
            </a:extLst>
          </p:cNvPr>
          <p:cNvSpPr/>
          <p:nvPr/>
        </p:nvSpPr>
        <p:spPr>
          <a:xfrm>
            <a:off x="2082800" y="3996267"/>
            <a:ext cx="1328961" cy="602947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8" name="Prostokąt 17">
            <a:extLst>
              <a:ext uri="{FF2B5EF4-FFF2-40B4-BE49-F238E27FC236}">
                <a16:creationId xmlns:a16="http://schemas.microsoft.com/office/drawing/2014/main" id="{CEC98D2F-3146-4BD0-AB84-97E3CE91258F}"/>
              </a:ext>
            </a:extLst>
          </p:cNvPr>
          <p:cNvSpPr/>
          <p:nvPr/>
        </p:nvSpPr>
        <p:spPr>
          <a:xfrm>
            <a:off x="4107696" y="3996267"/>
            <a:ext cx="1328961" cy="602947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cxnSp>
        <p:nvCxnSpPr>
          <p:cNvPr id="21" name="Łącznik prosty ze strzałką 20">
            <a:extLst>
              <a:ext uri="{FF2B5EF4-FFF2-40B4-BE49-F238E27FC236}">
                <a16:creationId xmlns:a16="http://schemas.microsoft.com/office/drawing/2014/main" id="{50D33394-B0FE-ADED-AC23-AA43EE1E8401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730254" y="2295073"/>
            <a:ext cx="1" cy="33896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Łącznik prosty ze strzałką 24">
            <a:extLst>
              <a:ext uri="{FF2B5EF4-FFF2-40B4-BE49-F238E27FC236}">
                <a16:creationId xmlns:a16="http://schemas.microsoft.com/office/drawing/2014/main" id="{50260218-9319-4641-2A99-96F4F3A40F7C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1249743" y="3006269"/>
            <a:ext cx="340481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Łącznik prosty ze strzałką 27">
            <a:extLst>
              <a:ext uri="{FF2B5EF4-FFF2-40B4-BE49-F238E27FC236}">
                <a16:creationId xmlns:a16="http://schemas.microsoft.com/office/drawing/2014/main" id="{564E564F-01F6-CF97-2BE2-D7F561591235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2622553" y="3006269"/>
            <a:ext cx="562423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Łącznik prosty ze strzałką 30">
            <a:extLst>
              <a:ext uri="{FF2B5EF4-FFF2-40B4-BE49-F238E27FC236}">
                <a16:creationId xmlns:a16="http://schemas.microsoft.com/office/drawing/2014/main" id="{BC68A571-0561-B950-E52D-8E753CCA0D70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4217305" y="3006270"/>
            <a:ext cx="424542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Łącznik prosty ze strzałką 31">
            <a:extLst>
              <a:ext uri="{FF2B5EF4-FFF2-40B4-BE49-F238E27FC236}">
                <a16:creationId xmlns:a16="http://schemas.microsoft.com/office/drawing/2014/main" id="{FD6EF649-BB33-16F7-719D-434B0834A3DB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5674176" y="3006270"/>
            <a:ext cx="424542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Łącznik prosty ze strzałką 32">
            <a:extLst>
              <a:ext uri="{FF2B5EF4-FFF2-40B4-BE49-F238E27FC236}">
                <a16:creationId xmlns:a16="http://schemas.microsoft.com/office/drawing/2014/main" id="{497B2EB8-CF19-E5CB-FE7E-A2CAFD39CE4B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3411761" y="4297741"/>
            <a:ext cx="69593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Łącznik prosty ze strzałką 39">
            <a:extLst>
              <a:ext uri="{FF2B5EF4-FFF2-40B4-BE49-F238E27FC236}">
                <a16:creationId xmlns:a16="http://schemas.microsoft.com/office/drawing/2014/main" id="{DFC4AAAA-B703-9D4A-645E-5AF4AF4B8C54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7131047" y="3006270"/>
            <a:ext cx="42847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Łącznik prosty ze strzałką 46">
            <a:extLst>
              <a:ext uri="{FF2B5EF4-FFF2-40B4-BE49-F238E27FC236}">
                <a16:creationId xmlns:a16="http://schemas.microsoft.com/office/drawing/2014/main" id="{5B10881D-1383-A2D2-B9DF-1F87A8373A30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8075687" y="3378501"/>
            <a:ext cx="0" cy="38538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Łącznik łamany 50">
            <a:extLst>
              <a:ext uri="{FF2B5EF4-FFF2-40B4-BE49-F238E27FC236}">
                <a16:creationId xmlns:a16="http://schemas.microsoft.com/office/drawing/2014/main" id="{DAACFCA3-2BFF-D74A-8F2D-6955DFDA1B37}"/>
              </a:ext>
            </a:extLst>
          </p:cNvPr>
          <p:cNvCxnSpPr>
            <a:cxnSpLocks/>
            <a:endCxn id="18" idx="3"/>
          </p:cNvCxnSpPr>
          <p:nvPr/>
        </p:nvCxnSpPr>
        <p:spPr>
          <a:xfrm rot="10800000" flipV="1">
            <a:off x="5436658" y="3202665"/>
            <a:ext cx="2117119" cy="1095075"/>
          </a:xfrm>
          <a:prstGeom prst="bentConnector3">
            <a:avLst>
              <a:gd name="adj1" fmla="val 6809"/>
            </a:avLst>
          </a:prstGeom>
          <a:ln>
            <a:solidFill>
              <a:schemeClr val="bg1">
                <a:lumMod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wal 54">
            <a:extLst>
              <a:ext uri="{FF2B5EF4-FFF2-40B4-BE49-F238E27FC236}">
                <a16:creationId xmlns:a16="http://schemas.microsoft.com/office/drawing/2014/main" id="{3702B4B5-FAE0-974A-6C13-F4570B5BC3FB}"/>
              </a:ext>
            </a:extLst>
          </p:cNvPr>
          <p:cNvSpPr/>
          <p:nvPr/>
        </p:nvSpPr>
        <p:spPr>
          <a:xfrm>
            <a:off x="8268237" y="637655"/>
            <a:ext cx="658349" cy="658349"/>
          </a:xfrm>
          <a:prstGeom prst="ellipse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cxnSp>
        <p:nvCxnSpPr>
          <p:cNvPr id="56" name="Łącznik łamany 55">
            <a:extLst>
              <a:ext uri="{FF2B5EF4-FFF2-40B4-BE49-F238E27FC236}">
                <a16:creationId xmlns:a16="http://schemas.microsoft.com/office/drawing/2014/main" id="{D5E6FCC3-F583-FF3D-3140-EC2EC46F326A}"/>
              </a:ext>
            </a:extLst>
          </p:cNvPr>
          <p:cNvCxnSpPr>
            <a:cxnSpLocks/>
            <a:stCxn id="14" idx="3"/>
            <a:endCxn id="55" idx="4"/>
          </p:cNvCxnSpPr>
          <p:nvPr/>
        </p:nvCxnSpPr>
        <p:spPr>
          <a:xfrm flipV="1">
            <a:off x="8591851" y="1296004"/>
            <a:ext cx="5561" cy="1710266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Łącznik łamany 22">
            <a:extLst>
              <a:ext uri="{FF2B5EF4-FFF2-40B4-BE49-F238E27FC236}">
                <a16:creationId xmlns:a16="http://schemas.microsoft.com/office/drawing/2014/main" id="{4E365F28-858B-70A6-684F-E65A968F82DE}"/>
              </a:ext>
            </a:extLst>
          </p:cNvPr>
          <p:cNvCxnSpPr>
            <a:stCxn id="17" idx="1"/>
            <a:endCxn id="9" idx="2"/>
          </p:cNvCxnSpPr>
          <p:nvPr/>
        </p:nvCxnSpPr>
        <p:spPr>
          <a:xfrm rot="10800000">
            <a:off x="730256" y="3378501"/>
            <a:ext cx="1352545" cy="919240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a 2">
            <a:extLst>
              <a:ext uri="{FF2B5EF4-FFF2-40B4-BE49-F238E27FC236}">
                <a16:creationId xmlns:a16="http://schemas.microsoft.com/office/drawing/2014/main" id="{74886875-19E6-9ADA-E3EF-DE6277B3FDF0}"/>
              </a:ext>
            </a:extLst>
          </p:cNvPr>
          <p:cNvGrpSpPr/>
          <p:nvPr/>
        </p:nvGrpSpPr>
        <p:grpSpPr>
          <a:xfrm>
            <a:off x="214090" y="544285"/>
            <a:ext cx="1032329" cy="1006325"/>
            <a:chOff x="214090" y="544285"/>
            <a:chExt cx="1032329" cy="1006325"/>
          </a:xfrm>
        </p:grpSpPr>
        <p:cxnSp>
          <p:nvCxnSpPr>
            <p:cNvPr id="16" name="Łącznik prosty ze strzałką 15">
              <a:extLst>
                <a:ext uri="{FF2B5EF4-FFF2-40B4-BE49-F238E27FC236}">
                  <a16:creationId xmlns:a16="http://schemas.microsoft.com/office/drawing/2014/main" id="{3C7DE163-0751-9BB5-5B45-B353CE332BFB}"/>
                </a:ext>
              </a:extLst>
            </p:cNvPr>
            <p:cNvCxnSpPr>
              <a:cxnSpLocks/>
              <a:stCxn id="19" idx="2"/>
            </p:cNvCxnSpPr>
            <p:nvPr/>
          </p:nvCxnSpPr>
          <p:spPr>
            <a:xfrm>
              <a:off x="730255" y="1278147"/>
              <a:ext cx="3324" cy="272463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Dokument 18">
              <a:extLst>
                <a:ext uri="{FF2B5EF4-FFF2-40B4-BE49-F238E27FC236}">
                  <a16:creationId xmlns:a16="http://schemas.microsoft.com/office/drawing/2014/main" id="{CE81F5B6-941F-A00C-5408-98812BD33233}"/>
                </a:ext>
              </a:extLst>
            </p:cNvPr>
            <p:cNvSpPr/>
            <p:nvPr/>
          </p:nvSpPr>
          <p:spPr>
            <a:xfrm>
              <a:off x="214090" y="544285"/>
              <a:ext cx="1032329" cy="785813"/>
            </a:xfrm>
            <a:prstGeom prst="flowChartDocument">
              <a:avLst/>
            </a:prstGeom>
            <a:solidFill>
              <a:schemeClr val="accent1">
                <a:alpha val="7461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200">
                  <a:solidFill>
                    <a:schemeClr val="bg1"/>
                  </a:solidFill>
                  <a:latin typeface="Franklin Gothic Book" panose="020B0503020102020204" pitchFamily="34" charset="0"/>
                </a:rPr>
                <a:t>Raw data</a:t>
              </a:r>
            </a:p>
          </p:txBody>
        </p:sp>
      </p:grpSp>
      <p:sp>
        <p:nvSpPr>
          <p:cNvPr id="22" name="Prostokąt 21">
            <a:extLst>
              <a:ext uri="{FF2B5EF4-FFF2-40B4-BE49-F238E27FC236}">
                <a16:creationId xmlns:a16="http://schemas.microsoft.com/office/drawing/2014/main" id="{D2109D3B-D0DB-EE22-B528-03BB50B84428}"/>
              </a:ext>
            </a:extLst>
          </p:cNvPr>
          <p:cNvSpPr/>
          <p:nvPr/>
        </p:nvSpPr>
        <p:spPr>
          <a:xfrm>
            <a:off x="2953053" y="544286"/>
            <a:ext cx="4374847" cy="3080657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5892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stokąt 3">
            <a:extLst>
              <a:ext uri="{FF2B5EF4-FFF2-40B4-BE49-F238E27FC236}">
                <a16:creationId xmlns:a16="http://schemas.microsoft.com/office/drawing/2014/main" id="{F6FB1EBB-8F4E-A1CE-35C6-D7CFB2700AB2}"/>
              </a:ext>
            </a:extLst>
          </p:cNvPr>
          <p:cNvSpPr/>
          <p:nvPr/>
        </p:nvSpPr>
        <p:spPr>
          <a:xfrm>
            <a:off x="118532" y="544286"/>
            <a:ext cx="2722639" cy="3080657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C1A7FA72-D8A4-9E48-D5E1-EECE70EB9CB9}"/>
              </a:ext>
            </a:extLst>
          </p:cNvPr>
          <p:cNvSpPr/>
          <p:nvPr/>
        </p:nvSpPr>
        <p:spPr>
          <a:xfrm>
            <a:off x="7461554" y="544285"/>
            <a:ext cx="1563914" cy="4146248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latin typeface="Franklin Gothic Book" panose="020B0503020102020204" pitchFamily="34" charset="0"/>
            </a:endParaRPr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00B5A6B0-5866-6637-3886-90A447704A7C}"/>
              </a:ext>
            </a:extLst>
          </p:cNvPr>
          <p:cNvSpPr/>
          <p:nvPr/>
        </p:nvSpPr>
        <p:spPr>
          <a:xfrm>
            <a:off x="217414" y="1550610"/>
            <a:ext cx="1032329" cy="744463"/>
          </a:xfrm>
          <a:prstGeom prst="rect">
            <a:avLst/>
          </a:prstGeom>
          <a:solidFill>
            <a:schemeClr val="accent1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tx1"/>
                </a:solidFill>
                <a:latin typeface="Franklin Gothic Book" panose="020B0503020102020204" pitchFamily="34" charset="0"/>
              </a:rPr>
              <a:t>Data extraction</a:t>
            </a: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BFFC6624-C17E-CDA7-BFF5-87E6D25E0731}"/>
              </a:ext>
            </a:extLst>
          </p:cNvPr>
          <p:cNvSpPr/>
          <p:nvPr/>
        </p:nvSpPr>
        <p:spPr>
          <a:xfrm>
            <a:off x="214090" y="2634038"/>
            <a:ext cx="1032329" cy="744463"/>
          </a:xfrm>
          <a:prstGeom prst="rect">
            <a:avLst/>
          </a:prstGeom>
          <a:solidFill>
            <a:schemeClr val="accent1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tx1"/>
                </a:solidFill>
                <a:latin typeface="Franklin Gothic Book" panose="020B0503020102020204" pitchFamily="34" charset="0"/>
              </a:rPr>
              <a:t>Data analysis</a:t>
            </a: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8FC5AC4F-B5E5-E92B-083D-E4C1D26DADE7}"/>
              </a:ext>
            </a:extLst>
          </p:cNvPr>
          <p:cNvSpPr/>
          <p:nvPr/>
        </p:nvSpPr>
        <p:spPr>
          <a:xfrm>
            <a:off x="1590224" y="2634038"/>
            <a:ext cx="1032329" cy="744463"/>
          </a:xfrm>
          <a:prstGeom prst="rect">
            <a:avLst/>
          </a:prstGeom>
          <a:solidFill>
            <a:schemeClr val="accent1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tx1"/>
                </a:solidFill>
                <a:latin typeface="Franklin Gothic Book" panose="020B0503020102020204" pitchFamily="34" charset="0"/>
              </a:rPr>
              <a:t>Data preparation</a:t>
            </a: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9A0218DC-624A-1251-D9EA-2E7F4AED5841}"/>
              </a:ext>
            </a:extLst>
          </p:cNvPr>
          <p:cNvSpPr/>
          <p:nvPr/>
        </p:nvSpPr>
        <p:spPr>
          <a:xfrm>
            <a:off x="3184976" y="2634038"/>
            <a:ext cx="1032329" cy="744463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DB5DC1AD-FA1C-D9A8-5119-0C9BEEC67F99}"/>
              </a:ext>
            </a:extLst>
          </p:cNvPr>
          <p:cNvSpPr/>
          <p:nvPr/>
        </p:nvSpPr>
        <p:spPr>
          <a:xfrm>
            <a:off x="4641847" y="2634038"/>
            <a:ext cx="1032329" cy="744463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1EDFDCDF-0551-C40E-CA50-7FF7730A9FFD}"/>
              </a:ext>
            </a:extLst>
          </p:cNvPr>
          <p:cNvSpPr/>
          <p:nvPr/>
        </p:nvSpPr>
        <p:spPr>
          <a:xfrm>
            <a:off x="6098718" y="2634038"/>
            <a:ext cx="1032329" cy="744463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4" name="Prostokąt 13">
            <a:extLst>
              <a:ext uri="{FF2B5EF4-FFF2-40B4-BE49-F238E27FC236}">
                <a16:creationId xmlns:a16="http://schemas.microsoft.com/office/drawing/2014/main" id="{71D787BF-B53B-6227-2691-4C4F25CB2B1F}"/>
              </a:ext>
            </a:extLst>
          </p:cNvPr>
          <p:cNvSpPr/>
          <p:nvPr/>
        </p:nvSpPr>
        <p:spPr>
          <a:xfrm>
            <a:off x="7559522" y="2634038"/>
            <a:ext cx="1032329" cy="744463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AB625936-29EE-DE31-E6DD-289635BFC4BA}"/>
              </a:ext>
            </a:extLst>
          </p:cNvPr>
          <p:cNvSpPr/>
          <p:nvPr/>
        </p:nvSpPr>
        <p:spPr>
          <a:xfrm>
            <a:off x="7559522" y="3763886"/>
            <a:ext cx="1032329" cy="469448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7" name="Prostokąt 16">
            <a:extLst>
              <a:ext uri="{FF2B5EF4-FFF2-40B4-BE49-F238E27FC236}">
                <a16:creationId xmlns:a16="http://schemas.microsoft.com/office/drawing/2014/main" id="{159412C8-233A-80AE-B563-7226D4CA8C93}"/>
              </a:ext>
            </a:extLst>
          </p:cNvPr>
          <p:cNvSpPr/>
          <p:nvPr/>
        </p:nvSpPr>
        <p:spPr>
          <a:xfrm>
            <a:off x="2082800" y="3996267"/>
            <a:ext cx="1328961" cy="602947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8" name="Prostokąt 17">
            <a:extLst>
              <a:ext uri="{FF2B5EF4-FFF2-40B4-BE49-F238E27FC236}">
                <a16:creationId xmlns:a16="http://schemas.microsoft.com/office/drawing/2014/main" id="{CEC98D2F-3146-4BD0-AB84-97E3CE91258F}"/>
              </a:ext>
            </a:extLst>
          </p:cNvPr>
          <p:cNvSpPr/>
          <p:nvPr/>
        </p:nvSpPr>
        <p:spPr>
          <a:xfrm>
            <a:off x="4107696" y="3996267"/>
            <a:ext cx="1328961" cy="602947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cxnSp>
        <p:nvCxnSpPr>
          <p:cNvPr id="21" name="Łącznik prosty ze strzałką 20">
            <a:extLst>
              <a:ext uri="{FF2B5EF4-FFF2-40B4-BE49-F238E27FC236}">
                <a16:creationId xmlns:a16="http://schemas.microsoft.com/office/drawing/2014/main" id="{50D33394-B0FE-ADED-AC23-AA43EE1E8401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730254" y="2295073"/>
            <a:ext cx="1" cy="33896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Łącznik prosty ze strzałką 24">
            <a:extLst>
              <a:ext uri="{FF2B5EF4-FFF2-40B4-BE49-F238E27FC236}">
                <a16:creationId xmlns:a16="http://schemas.microsoft.com/office/drawing/2014/main" id="{50260218-9319-4641-2A99-96F4F3A40F7C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1249743" y="3006269"/>
            <a:ext cx="340481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Łącznik prosty ze strzałką 27">
            <a:extLst>
              <a:ext uri="{FF2B5EF4-FFF2-40B4-BE49-F238E27FC236}">
                <a16:creationId xmlns:a16="http://schemas.microsoft.com/office/drawing/2014/main" id="{564E564F-01F6-CF97-2BE2-D7F561591235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2622553" y="3006269"/>
            <a:ext cx="562423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Łącznik prosty ze strzałką 30">
            <a:extLst>
              <a:ext uri="{FF2B5EF4-FFF2-40B4-BE49-F238E27FC236}">
                <a16:creationId xmlns:a16="http://schemas.microsoft.com/office/drawing/2014/main" id="{BC68A571-0561-B950-E52D-8E753CCA0D70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4217305" y="3006270"/>
            <a:ext cx="424542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Łącznik prosty ze strzałką 31">
            <a:extLst>
              <a:ext uri="{FF2B5EF4-FFF2-40B4-BE49-F238E27FC236}">
                <a16:creationId xmlns:a16="http://schemas.microsoft.com/office/drawing/2014/main" id="{FD6EF649-BB33-16F7-719D-434B0834A3DB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5674176" y="3006270"/>
            <a:ext cx="424542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Łącznik prosty ze strzałką 32">
            <a:extLst>
              <a:ext uri="{FF2B5EF4-FFF2-40B4-BE49-F238E27FC236}">
                <a16:creationId xmlns:a16="http://schemas.microsoft.com/office/drawing/2014/main" id="{497B2EB8-CF19-E5CB-FE7E-A2CAFD39CE4B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3411761" y="4297741"/>
            <a:ext cx="69593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Łącznik prosty ze strzałką 39">
            <a:extLst>
              <a:ext uri="{FF2B5EF4-FFF2-40B4-BE49-F238E27FC236}">
                <a16:creationId xmlns:a16="http://schemas.microsoft.com/office/drawing/2014/main" id="{DFC4AAAA-B703-9D4A-645E-5AF4AF4B8C54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7131047" y="3006270"/>
            <a:ext cx="42847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Łącznik prosty ze strzałką 46">
            <a:extLst>
              <a:ext uri="{FF2B5EF4-FFF2-40B4-BE49-F238E27FC236}">
                <a16:creationId xmlns:a16="http://schemas.microsoft.com/office/drawing/2014/main" id="{5B10881D-1383-A2D2-B9DF-1F87A8373A30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8075687" y="3378501"/>
            <a:ext cx="0" cy="38538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Łącznik łamany 50">
            <a:extLst>
              <a:ext uri="{FF2B5EF4-FFF2-40B4-BE49-F238E27FC236}">
                <a16:creationId xmlns:a16="http://schemas.microsoft.com/office/drawing/2014/main" id="{DAACFCA3-2BFF-D74A-8F2D-6955DFDA1B37}"/>
              </a:ext>
            </a:extLst>
          </p:cNvPr>
          <p:cNvCxnSpPr>
            <a:cxnSpLocks/>
            <a:endCxn id="18" idx="3"/>
          </p:cNvCxnSpPr>
          <p:nvPr/>
        </p:nvCxnSpPr>
        <p:spPr>
          <a:xfrm rot="10800000" flipV="1">
            <a:off x="5436658" y="3202665"/>
            <a:ext cx="2117119" cy="1095075"/>
          </a:xfrm>
          <a:prstGeom prst="bentConnector3">
            <a:avLst>
              <a:gd name="adj1" fmla="val 6809"/>
            </a:avLst>
          </a:prstGeom>
          <a:ln>
            <a:solidFill>
              <a:schemeClr val="bg1">
                <a:lumMod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wal 54">
            <a:extLst>
              <a:ext uri="{FF2B5EF4-FFF2-40B4-BE49-F238E27FC236}">
                <a16:creationId xmlns:a16="http://schemas.microsoft.com/office/drawing/2014/main" id="{3702B4B5-FAE0-974A-6C13-F4570B5BC3FB}"/>
              </a:ext>
            </a:extLst>
          </p:cNvPr>
          <p:cNvSpPr/>
          <p:nvPr/>
        </p:nvSpPr>
        <p:spPr>
          <a:xfrm>
            <a:off x="8268237" y="637655"/>
            <a:ext cx="658349" cy="658349"/>
          </a:xfrm>
          <a:prstGeom prst="ellipse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cxnSp>
        <p:nvCxnSpPr>
          <p:cNvPr id="56" name="Łącznik łamany 55">
            <a:extLst>
              <a:ext uri="{FF2B5EF4-FFF2-40B4-BE49-F238E27FC236}">
                <a16:creationId xmlns:a16="http://schemas.microsoft.com/office/drawing/2014/main" id="{D5E6FCC3-F583-FF3D-3140-EC2EC46F326A}"/>
              </a:ext>
            </a:extLst>
          </p:cNvPr>
          <p:cNvCxnSpPr>
            <a:cxnSpLocks/>
            <a:stCxn id="14" idx="3"/>
            <a:endCxn id="55" idx="4"/>
          </p:cNvCxnSpPr>
          <p:nvPr/>
        </p:nvCxnSpPr>
        <p:spPr>
          <a:xfrm flipV="1">
            <a:off x="8591851" y="1296004"/>
            <a:ext cx="5561" cy="1710266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Łącznik łamany 22">
            <a:extLst>
              <a:ext uri="{FF2B5EF4-FFF2-40B4-BE49-F238E27FC236}">
                <a16:creationId xmlns:a16="http://schemas.microsoft.com/office/drawing/2014/main" id="{4E365F28-858B-70A6-684F-E65A968F82DE}"/>
              </a:ext>
            </a:extLst>
          </p:cNvPr>
          <p:cNvCxnSpPr>
            <a:stCxn id="17" idx="1"/>
            <a:endCxn id="9" idx="2"/>
          </p:cNvCxnSpPr>
          <p:nvPr/>
        </p:nvCxnSpPr>
        <p:spPr>
          <a:xfrm rot="10800000">
            <a:off x="730256" y="3378501"/>
            <a:ext cx="1352545" cy="919240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upa 1">
            <a:extLst>
              <a:ext uri="{FF2B5EF4-FFF2-40B4-BE49-F238E27FC236}">
                <a16:creationId xmlns:a16="http://schemas.microsoft.com/office/drawing/2014/main" id="{336B15E9-5465-A0FE-9F97-40AD36D91D75}"/>
              </a:ext>
            </a:extLst>
          </p:cNvPr>
          <p:cNvGrpSpPr/>
          <p:nvPr/>
        </p:nvGrpSpPr>
        <p:grpSpPr>
          <a:xfrm>
            <a:off x="214090" y="544285"/>
            <a:ext cx="1032329" cy="1006325"/>
            <a:chOff x="214090" y="544285"/>
            <a:chExt cx="1032329" cy="1006325"/>
          </a:xfrm>
        </p:grpSpPr>
        <p:cxnSp>
          <p:nvCxnSpPr>
            <p:cNvPr id="3" name="Łącznik prosty ze strzałką 2">
              <a:extLst>
                <a:ext uri="{FF2B5EF4-FFF2-40B4-BE49-F238E27FC236}">
                  <a16:creationId xmlns:a16="http://schemas.microsoft.com/office/drawing/2014/main" id="{B40E3E16-208D-A294-D0E7-2F997AFBE51E}"/>
                </a:ext>
              </a:extLst>
            </p:cNvPr>
            <p:cNvCxnSpPr>
              <a:cxnSpLocks/>
              <a:stCxn id="16" idx="2"/>
            </p:cNvCxnSpPr>
            <p:nvPr/>
          </p:nvCxnSpPr>
          <p:spPr>
            <a:xfrm>
              <a:off x="730255" y="1278147"/>
              <a:ext cx="3324" cy="272463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Dokument 15">
              <a:extLst>
                <a:ext uri="{FF2B5EF4-FFF2-40B4-BE49-F238E27FC236}">
                  <a16:creationId xmlns:a16="http://schemas.microsoft.com/office/drawing/2014/main" id="{A14E225B-29CF-02F3-6537-4018B4F3D046}"/>
                </a:ext>
              </a:extLst>
            </p:cNvPr>
            <p:cNvSpPr/>
            <p:nvPr/>
          </p:nvSpPr>
          <p:spPr>
            <a:xfrm>
              <a:off x="214090" y="544285"/>
              <a:ext cx="1032329" cy="785813"/>
            </a:xfrm>
            <a:prstGeom prst="flowChartDocument">
              <a:avLst/>
            </a:prstGeom>
            <a:solidFill>
              <a:schemeClr val="accent1">
                <a:alpha val="7461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200">
                  <a:solidFill>
                    <a:schemeClr val="bg1"/>
                  </a:solidFill>
                  <a:latin typeface="Franklin Gothic Book" panose="020B0503020102020204" pitchFamily="34" charset="0"/>
                </a:rPr>
                <a:t>Raw data</a:t>
              </a:r>
            </a:p>
          </p:txBody>
        </p:sp>
      </p:grpSp>
      <p:sp>
        <p:nvSpPr>
          <p:cNvPr id="19" name="Prostokąt 18">
            <a:extLst>
              <a:ext uri="{FF2B5EF4-FFF2-40B4-BE49-F238E27FC236}">
                <a16:creationId xmlns:a16="http://schemas.microsoft.com/office/drawing/2014/main" id="{1202717C-B8D5-4A25-2BC8-D06F5BE22F5E}"/>
              </a:ext>
            </a:extLst>
          </p:cNvPr>
          <p:cNvSpPr/>
          <p:nvPr/>
        </p:nvSpPr>
        <p:spPr>
          <a:xfrm>
            <a:off x="2953053" y="544286"/>
            <a:ext cx="4374847" cy="3080657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220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rostokąt 18">
            <a:extLst>
              <a:ext uri="{FF2B5EF4-FFF2-40B4-BE49-F238E27FC236}">
                <a16:creationId xmlns:a16="http://schemas.microsoft.com/office/drawing/2014/main" id="{F69CDEB9-3E42-3E96-A16F-7ADD66E87AE8}"/>
              </a:ext>
            </a:extLst>
          </p:cNvPr>
          <p:cNvSpPr/>
          <p:nvPr/>
        </p:nvSpPr>
        <p:spPr>
          <a:xfrm>
            <a:off x="2953053" y="544286"/>
            <a:ext cx="4374847" cy="3080657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latin typeface="Franklin Gothic Book" panose="020B0503020102020204" pitchFamily="34" charset="0"/>
            </a:endParaRP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F6FB1EBB-8F4E-A1CE-35C6-D7CFB2700AB2}"/>
              </a:ext>
            </a:extLst>
          </p:cNvPr>
          <p:cNvSpPr/>
          <p:nvPr/>
        </p:nvSpPr>
        <p:spPr>
          <a:xfrm>
            <a:off x="118532" y="544286"/>
            <a:ext cx="2722639" cy="3080657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C1A7FA72-D8A4-9E48-D5E1-EECE70EB9CB9}"/>
              </a:ext>
            </a:extLst>
          </p:cNvPr>
          <p:cNvSpPr/>
          <p:nvPr/>
        </p:nvSpPr>
        <p:spPr>
          <a:xfrm>
            <a:off x="7461554" y="544285"/>
            <a:ext cx="1563914" cy="4146248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latin typeface="Franklin Gothic Book" panose="020B0503020102020204" pitchFamily="34" charset="0"/>
            </a:endParaRPr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00B5A6B0-5866-6637-3886-90A447704A7C}"/>
              </a:ext>
            </a:extLst>
          </p:cNvPr>
          <p:cNvSpPr/>
          <p:nvPr/>
        </p:nvSpPr>
        <p:spPr>
          <a:xfrm>
            <a:off x="217414" y="1550610"/>
            <a:ext cx="1032329" cy="744463"/>
          </a:xfrm>
          <a:prstGeom prst="rect">
            <a:avLst/>
          </a:prstGeom>
          <a:solidFill>
            <a:schemeClr val="accent1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tx1"/>
                </a:solidFill>
                <a:latin typeface="Franklin Gothic Book" panose="020B0503020102020204" pitchFamily="34" charset="0"/>
              </a:rPr>
              <a:t>Data extraction</a:t>
            </a: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BFFC6624-C17E-CDA7-BFF5-87E6D25E0731}"/>
              </a:ext>
            </a:extLst>
          </p:cNvPr>
          <p:cNvSpPr/>
          <p:nvPr/>
        </p:nvSpPr>
        <p:spPr>
          <a:xfrm>
            <a:off x="214090" y="2634038"/>
            <a:ext cx="1032329" cy="744463"/>
          </a:xfrm>
          <a:prstGeom prst="rect">
            <a:avLst/>
          </a:prstGeom>
          <a:solidFill>
            <a:schemeClr val="accent1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tx1"/>
                </a:solidFill>
                <a:latin typeface="Franklin Gothic Book" panose="020B0503020102020204" pitchFamily="34" charset="0"/>
              </a:rPr>
              <a:t>Data analysis</a:t>
            </a: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8FC5AC4F-B5E5-E92B-083D-E4C1D26DADE7}"/>
              </a:ext>
            </a:extLst>
          </p:cNvPr>
          <p:cNvSpPr/>
          <p:nvPr/>
        </p:nvSpPr>
        <p:spPr>
          <a:xfrm>
            <a:off x="1590224" y="2634038"/>
            <a:ext cx="1032329" cy="744463"/>
          </a:xfrm>
          <a:prstGeom prst="rect">
            <a:avLst/>
          </a:prstGeom>
          <a:solidFill>
            <a:schemeClr val="accent1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tx1"/>
                </a:solidFill>
                <a:latin typeface="Franklin Gothic Book" panose="020B0503020102020204" pitchFamily="34" charset="0"/>
              </a:rPr>
              <a:t>Data preparation</a:t>
            </a: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9A0218DC-624A-1251-D9EA-2E7F4AED5841}"/>
              </a:ext>
            </a:extLst>
          </p:cNvPr>
          <p:cNvSpPr/>
          <p:nvPr/>
        </p:nvSpPr>
        <p:spPr>
          <a:xfrm>
            <a:off x="3184976" y="2634038"/>
            <a:ext cx="1032329" cy="744463"/>
          </a:xfrm>
          <a:prstGeom prst="rect">
            <a:avLst/>
          </a:prstGeom>
          <a:solidFill>
            <a:schemeClr val="accent2"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bg1"/>
                </a:solidFill>
                <a:latin typeface="Franklin Gothic Book" panose="020B0503020102020204" pitchFamily="34" charset="0"/>
              </a:rPr>
              <a:t>Model training</a:t>
            </a:r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DB5DC1AD-FA1C-D9A8-5119-0C9BEEC67F99}"/>
              </a:ext>
            </a:extLst>
          </p:cNvPr>
          <p:cNvSpPr/>
          <p:nvPr/>
        </p:nvSpPr>
        <p:spPr>
          <a:xfrm>
            <a:off x="4641847" y="2634038"/>
            <a:ext cx="1032329" cy="744463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1EDFDCDF-0551-C40E-CA50-7FF7730A9FFD}"/>
              </a:ext>
            </a:extLst>
          </p:cNvPr>
          <p:cNvSpPr/>
          <p:nvPr/>
        </p:nvSpPr>
        <p:spPr>
          <a:xfrm>
            <a:off x="6098718" y="2634038"/>
            <a:ext cx="1032329" cy="744463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4" name="Prostokąt 13">
            <a:extLst>
              <a:ext uri="{FF2B5EF4-FFF2-40B4-BE49-F238E27FC236}">
                <a16:creationId xmlns:a16="http://schemas.microsoft.com/office/drawing/2014/main" id="{71D787BF-B53B-6227-2691-4C4F25CB2B1F}"/>
              </a:ext>
            </a:extLst>
          </p:cNvPr>
          <p:cNvSpPr/>
          <p:nvPr/>
        </p:nvSpPr>
        <p:spPr>
          <a:xfrm>
            <a:off x="7559522" y="2634038"/>
            <a:ext cx="1032329" cy="744463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AB625936-29EE-DE31-E6DD-289635BFC4BA}"/>
              </a:ext>
            </a:extLst>
          </p:cNvPr>
          <p:cNvSpPr/>
          <p:nvPr/>
        </p:nvSpPr>
        <p:spPr>
          <a:xfrm>
            <a:off x="7559522" y="3763886"/>
            <a:ext cx="1032329" cy="469448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7" name="Prostokąt 16">
            <a:extLst>
              <a:ext uri="{FF2B5EF4-FFF2-40B4-BE49-F238E27FC236}">
                <a16:creationId xmlns:a16="http://schemas.microsoft.com/office/drawing/2014/main" id="{159412C8-233A-80AE-B563-7226D4CA8C93}"/>
              </a:ext>
            </a:extLst>
          </p:cNvPr>
          <p:cNvSpPr/>
          <p:nvPr/>
        </p:nvSpPr>
        <p:spPr>
          <a:xfrm>
            <a:off x="2082800" y="3996267"/>
            <a:ext cx="1328961" cy="602947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8" name="Prostokąt 17">
            <a:extLst>
              <a:ext uri="{FF2B5EF4-FFF2-40B4-BE49-F238E27FC236}">
                <a16:creationId xmlns:a16="http://schemas.microsoft.com/office/drawing/2014/main" id="{CEC98D2F-3146-4BD0-AB84-97E3CE91258F}"/>
              </a:ext>
            </a:extLst>
          </p:cNvPr>
          <p:cNvSpPr/>
          <p:nvPr/>
        </p:nvSpPr>
        <p:spPr>
          <a:xfrm>
            <a:off x="4107696" y="3996267"/>
            <a:ext cx="1328961" cy="602947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cxnSp>
        <p:nvCxnSpPr>
          <p:cNvPr id="21" name="Łącznik prosty ze strzałką 20">
            <a:extLst>
              <a:ext uri="{FF2B5EF4-FFF2-40B4-BE49-F238E27FC236}">
                <a16:creationId xmlns:a16="http://schemas.microsoft.com/office/drawing/2014/main" id="{50D33394-B0FE-ADED-AC23-AA43EE1E8401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730254" y="2295073"/>
            <a:ext cx="1" cy="33896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Łącznik prosty ze strzałką 24">
            <a:extLst>
              <a:ext uri="{FF2B5EF4-FFF2-40B4-BE49-F238E27FC236}">
                <a16:creationId xmlns:a16="http://schemas.microsoft.com/office/drawing/2014/main" id="{50260218-9319-4641-2A99-96F4F3A40F7C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1249743" y="3006269"/>
            <a:ext cx="340481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Łącznik prosty ze strzałką 27">
            <a:extLst>
              <a:ext uri="{FF2B5EF4-FFF2-40B4-BE49-F238E27FC236}">
                <a16:creationId xmlns:a16="http://schemas.microsoft.com/office/drawing/2014/main" id="{564E564F-01F6-CF97-2BE2-D7F561591235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2622553" y="3006269"/>
            <a:ext cx="562423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Łącznik prosty ze strzałką 30">
            <a:extLst>
              <a:ext uri="{FF2B5EF4-FFF2-40B4-BE49-F238E27FC236}">
                <a16:creationId xmlns:a16="http://schemas.microsoft.com/office/drawing/2014/main" id="{BC68A571-0561-B950-E52D-8E753CCA0D70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4217305" y="3006270"/>
            <a:ext cx="424542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Łącznik prosty ze strzałką 31">
            <a:extLst>
              <a:ext uri="{FF2B5EF4-FFF2-40B4-BE49-F238E27FC236}">
                <a16:creationId xmlns:a16="http://schemas.microsoft.com/office/drawing/2014/main" id="{FD6EF649-BB33-16F7-719D-434B0834A3DB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5674176" y="3006270"/>
            <a:ext cx="424542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Łącznik prosty ze strzałką 32">
            <a:extLst>
              <a:ext uri="{FF2B5EF4-FFF2-40B4-BE49-F238E27FC236}">
                <a16:creationId xmlns:a16="http://schemas.microsoft.com/office/drawing/2014/main" id="{497B2EB8-CF19-E5CB-FE7E-A2CAFD39CE4B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3411761" y="4297741"/>
            <a:ext cx="69593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Łącznik prosty ze strzałką 39">
            <a:extLst>
              <a:ext uri="{FF2B5EF4-FFF2-40B4-BE49-F238E27FC236}">
                <a16:creationId xmlns:a16="http://schemas.microsoft.com/office/drawing/2014/main" id="{DFC4AAAA-B703-9D4A-645E-5AF4AF4B8C54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7131047" y="3006270"/>
            <a:ext cx="42847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Łącznik prosty ze strzałką 46">
            <a:extLst>
              <a:ext uri="{FF2B5EF4-FFF2-40B4-BE49-F238E27FC236}">
                <a16:creationId xmlns:a16="http://schemas.microsoft.com/office/drawing/2014/main" id="{5B10881D-1383-A2D2-B9DF-1F87A8373A30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8075687" y="3378501"/>
            <a:ext cx="0" cy="38538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Łącznik łamany 50">
            <a:extLst>
              <a:ext uri="{FF2B5EF4-FFF2-40B4-BE49-F238E27FC236}">
                <a16:creationId xmlns:a16="http://schemas.microsoft.com/office/drawing/2014/main" id="{DAACFCA3-2BFF-D74A-8F2D-6955DFDA1B37}"/>
              </a:ext>
            </a:extLst>
          </p:cNvPr>
          <p:cNvCxnSpPr>
            <a:cxnSpLocks/>
            <a:endCxn id="18" idx="3"/>
          </p:cNvCxnSpPr>
          <p:nvPr/>
        </p:nvCxnSpPr>
        <p:spPr>
          <a:xfrm rot="10800000" flipV="1">
            <a:off x="5436658" y="3202665"/>
            <a:ext cx="2117119" cy="1095075"/>
          </a:xfrm>
          <a:prstGeom prst="bentConnector3">
            <a:avLst>
              <a:gd name="adj1" fmla="val 6809"/>
            </a:avLst>
          </a:prstGeom>
          <a:ln>
            <a:solidFill>
              <a:schemeClr val="bg1">
                <a:lumMod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wal 54">
            <a:extLst>
              <a:ext uri="{FF2B5EF4-FFF2-40B4-BE49-F238E27FC236}">
                <a16:creationId xmlns:a16="http://schemas.microsoft.com/office/drawing/2014/main" id="{3702B4B5-FAE0-974A-6C13-F4570B5BC3FB}"/>
              </a:ext>
            </a:extLst>
          </p:cNvPr>
          <p:cNvSpPr/>
          <p:nvPr/>
        </p:nvSpPr>
        <p:spPr>
          <a:xfrm>
            <a:off x="8268237" y="637655"/>
            <a:ext cx="658349" cy="658349"/>
          </a:xfrm>
          <a:prstGeom prst="ellipse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cxnSp>
        <p:nvCxnSpPr>
          <p:cNvPr id="56" name="Łącznik łamany 55">
            <a:extLst>
              <a:ext uri="{FF2B5EF4-FFF2-40B4-BE49-F238E27FC236}">
                <a16:creationId xmlns:a16="http://schemas.microsoft.com/office/drawing/2014/main" id="{D5E6FCC3-F583-FF3D-3140-EC2EC46F326A}"/>
              </a:ext>
            </a:extLst>
          </p:cNvPr>
          <p:cNvCxnSpPr>
            <a:cxnSpLocks/>
            <a:stCxn id="14" idx="3"/>
            <a:endCxn id="55" idx="4"/>
          </p:cNvCxnSpPr>
          <p:nvPr/>
        </p:nvCxnSpPr>
        <p:spPr>
          <a:xfrm flipV="1">
            <a:off x="8591851" y="1296004"/>
            <a:ext cx="5561" cy="1710266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Łącznik łamany 22">
            <a:extLst>
              <a:ext uri="{FF2B5EF4-FFF2-40B4-BE49-F238E27FC236}">
                <a16:creationId xmlns:a16="http://schemas.microsoft.com/office/drawing/2014/main" id="{4E365F28-858B-70A6-684F-E65A968F82DE}"/>
              </a:ext>
            </a:extLst>
          </p:cNvPr>
          <p:cNvCxnSpPr>
            <a:stCxn id="17" idx="1"/>
            <a:endCxn id="9" idx="2"/>
          </p:cNvCxnSpPr>
          <p:nvPr/>
        </p:nvCxnSpPr>
        <p:spPr>
          <a:xfrm rot="10800000">
            <a:off x="730256" y="3378501"/>
            <a:ext cx="1352545" cy="919240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upa 1">
            <a:extLst>
              <a:ext uri="{FF2B5EF4-FFF2-40B4-BE49-F238E27FC236}">
                <a16:creationId xmlns:a16="http://schemas.microsoft.com/office/drawing/2014/main" id="{F1B86A8A-9BF3-C831-F2C9-038A70DB0D4D}"/>
              </a:ext>
            </a:extLst>
          </p:cNvPr>
          <p:cNvGrpSpPr/>
          <p:nvPr/>
        </p:nvGrpSpPr>
        <p:grpSpPr>
          <a:xfrm>
            <a:off x="214090" y="544285"/>
            <a:ext cx="1032329" cy="1006325"/>
            <a:chOff x="214090" y="544285"/>
            <a:chExt cx="1032329" cy="1006325"/>
          </a:xfrm>
        </p:grpSpPr>
        <p:cxnSp>
          <p:nvCxnSpPr>
            <p:cNvPr id="3" name="Łącznik prosty ze strzałką 2">
              <a:extLst>
                <a:ext uri="{FF2B5EF4-FFF2-40B4-BE49-F238E27FC236}">
                  <a16:creationId xmlns:a16="http://schemas.microsoft.com/office/drawing/2014/main" id="{BC45A9F6-BB4A-49BC-B581-F68A1E055049}"/>
                </a:ext>
              </a:extLst>
            </p:cNvPr>
            <p:cNvCxnSpPr>
              <a:cxnSpLocks/>
              <a:stCxn id="16" idx="2"/>
            </p:cNvCxnSpPr>
            <p:nvPr/>
          </p:nvCxnSpPr>
          <p:spPr>
            <a:xfrm>
              <a:off x="730255" y="1278147"/>
              <a:ext cx="3324" cy="272463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Dokument 15">
              <a:extLst>
                <a:ext uri="{FF2B5EF4-FFF2-40B4-BE49-F238E27FC236}">
                  <a16:creationId xmlns:a16="http://schemas.microsoft.com/office/drawing/2014/main" id="{8832999C-7834-F1C9-3ECA-E9555D983412}"/>
                </a:ext>
              </a:extLst>
            </p:cNvPr>
            <p:cNvSpPr/>
            <p:nvPr/>
          </p:nvSpPr>
          <p:spPr>
            <a:xfrm>
              <a:off x="214090" y="544285"/>
              <a:ext cx="1032329" cy="785813"/>
            </a:xfrm>
            <a:prstGeom prst="flowChartDocument">
              <a:avLst/>
            </a:prstGeom>
            <a:solidFill>
              <a:schemeClr val="accent1">
                <a:alpha val="7461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200">
                  <a:solidFill>
                    <a:schemeClr val="bg1"/>
                  </a:solidFill>
                  <a:latin typeface="Franklin Gothic Book" panose="020B0503020102020204" pitchFamily="34" charset="0"/>
                </a:rPr>
                <a:t>Raw 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3161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rostokąt 18">
            <a:extLst>
              <a:ext uri="{FF2B5EF4-FFF2-40B4-BE49-F238E27FC236}">
                <a16:creationId xmlns:a16="http://schemas.microsoft.com/office/drawing/2014/main" id="{33929AE0-FF17-5E03-E8EF-F74F06F0863F}"/>
              </a:ext>
            </a:extLst>
          </p:cNvPr>
          <p:cNvSpPr/>
          <p:nvPr/>
        </p:nvSpPr>
        <p:spPr>
          <a:xfrm>
            <a:off x="2953053" y="544286"/>
            <a:ext cx="4374847" cy="3080657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latin typeface="Franklin Gothic Book" panose="020B0503020102020204" pitchFamily="34" charset="0"/>
            </a:endParaRP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F6FB1EBB-8F4E-A1CE-35C6-D7CFB2700AB2}"/>
              </a:ext>
            </a:extLst>
          </p:cNvPr>
          <p:cNvSpPr/>
          <p:nvPr/>
        </p:nvSpPr>
        <p:spPr>
          <a:xfrm>
            <a:off x="118532" y="544286"/>
            <a:ext cx="2722639" cy="3080657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C1A7FA72-D8A4-9E48-D5E1-EECE70EB9CB9}"/>
              </a:ext>
            </a:extLst>
          </p:cNvPr>
          <p:cNvSpPr/>
          <p:nvPr/>
        </p:nvSpPr>
        <p:spPr>
          <a:xfrm>
            <a:off x="7461554" y="544285"/>
            <a:ext cx="1563914" cy="4146248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latin typeface="Franklin Gothic Book" panose="020B0503020102020204" pitchFamily="34" charset="0"/>
            </a:endParaRPr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00B5A6B0-5866-6637-3886-90A447704A7C}"/>
              </a:ext>
            </a:extLst>
          </p:cNvPr>
          <p:cNvSpPr/>
          <p:nvPr/>
        </p:nvSpPr>
        <p:spPr>
          <a:xfrm>
            <a:off x="217414" y="1550610"/>
            <a:ext cx="1032329" cy="744463"/>
          </a:xfrm>
          <a:prstGeom prst="rect">
            <a:avLst/>
          </a:prstGeom>
          <a:solidFill>
            <a:schemeClr val="accent1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tx1"/>
                </a:solidFill>
                <a:latin typeface="Franklin Gothic Book" panose="020B0503020102020204" pitchFamily="34" charset="0"/>
              </a:rPr>
              <a:t>Data extraction</a:t>
            </a: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BFFC6624-C17E-CDA7-BFF5-87E6D25E0731}"/>
              </a:ext>
            </a:extLst>
          </p:cNvPr>
          <p:cNvSpPr/>
          <p:nvPr/>
        </p:nvSpPr>
        <p:spPr>
          <a:xfrm>
            <a:off x="214090" y="2634038"/>
            <a:ext cx="1032329" cy="744463"/>
          </a:xfrm>
          <a:prstGeom prst="rect">
            <a:avLst/>
          </a:prstGeom>
          <a:solidFill>
            <a:schemeClr val="accent1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tx1"/>
                </a:solidFill>
                <a:latin typeface="Franklin Gothic Book" panose="020B0503020102020204" pitchFamily="34" charset="0"/>
              </a:rPr>
              <a:t>Data analysis</a:t>
            </a: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8FC5AC4F-B5E5-E92B-083D-E4C1D26DADE7}"/>
              </a:ext>
            </a:extLst>
          </p:cNvPr>
          <p:cNvSpPr/>
          <p:nvPr/>
        </p:nvSpPr>
        <p:spPr>
          <a:xfrm>
            <a:off x="1590224" y="2634038"/>
            <a:ext cx="1032329" cy="744463"/>
          </a:xfrm>
          <a:prstGeom prst="rect">
            <a:avLst/>
          </a:prstGeom>
          <a:solidFill>
            <a:schemeClr val="accent1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tx1"/>
                </a:solidFill>
                <a:latin typeface="Franklin Gothic Book" panose="020B0503020102020204" pitchFamily="34" charset="0"/>
              </a:rPr>
              <a:t>Data preparation</a:t>
            </a: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9A0218DC-624A-1251-D9EA-2E7F4AED5841}"/>
              </a:ext>
            </a:extLst>
          </p:cNvPr>
          <p:cNvSpPr/>
          <p:nvPr/>
        </p:nvSpPr>
        <p:spPr>
          <a:xfrm>
            <a:off x="3184976" y="2634038"/>
            <a:ext cx="1032329" cy="744463"/>
          </a:xfrm>
          <a:prstGeom prst="rect">
            <a:avLst/>
          </a:prstGeom>
          <a:solidFill>
            <a:schemeClr val="accent2"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bg1"/>
                </a:solidFill>
                <a:latin typeface="Franklin Gothic Book" panose="020B0503020102020204" pitchFamily="34" charset="0"/>
              </a:rPr>
              <a:t>Model training</a:t>
            </a:r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DB5DC1AD-FA1C-D9A8-5119-0C9BEEC67F99}"/>
              </a:ext>
            </a:extLst>
          </p:cNvPr>
          <p:cNvSpPr/>
          <p:nvPr/>
        </p:nvSpPr>
        <p:spPr>
          <a:xfrm>
            <a:off x="4641847" y="2634038"/>
            <a:ext cx="1032329" cy="744463"/>
          </a:xfrm>
          <a:prstGeom prst="rect">
            <a:avLst/>
          </a:prstGeom>
          <a:solidFill>
            <a:schemeClr val="accent2"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bg1"/>
                </a:solidFill>
                <a:latin typeface="Franklin Gothic Book" panose="020B0503020102020204" pitchFamily="34" charset="0"/>
              </a:rPr>
              <a:t>Model evaluation</a:t>
            </a:r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1EDFDCDF-0551-C40E-CA50-7FF7730A9FFD}"/>
              </a:ext>
            </a:extLst>
          </p:cNvPr>
          <p:cNvSpPr/>
          <p:nvPr/>
        </p:nvSpPr>
        <p:spPr>
          <a:xfrm>
            <a:off x="6098718" y="2634038"/>
            <a:ext cx="1032329" cy="744463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4" name="Prostokąt 13">
            <a:extLst>
              <a:ext uri="{FF2B5EF4-FFF2-40B4-BE49-F238E27FC236}">
                <a16:creationId xmlns:a16="http://schemas.microsoft.com/office/drawing/2014/main" id="{71D787BF-B53B-6227-2691-4C4F25CB2B1F}"/>
              </a:ext>
            </a:extLst>
          </p:cNvPr>
          <p:cNvSpPr/>
          <p:nvPr/>
        </p:nvSpPr>
        <p:spPr>
          <a:xfrm>
            <a:off x="7559522" y="2634038"/>
            <a:ext cx="1032329" cy="744463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AB625936-29EE-DE31-E6DD-289635BFC4BA}"/>
              </a:ext>
            </a:extLst>
          </p:cNvPr>
          <p:cNvSpPr/>
          <p:nvPr/>
        </p:nvSpPr>
        <p:spPr>
          <a:xfrm>
            <a:off x="7559522" y="3763886"/>
            <a:ext cx="1032329" cy="469448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7" name="Prostokąt 16">
            <a:extLst>
              <a:ext uri="{FF2B5EF4-FFF2-40B4-BE49-F238E27FC236}">
                <a16:creationId xmlns:a16="http://schemas.microsoft.com/office/drawing/2014/main" id="{159412C8-233A-80AE-B563-7226D4CA8C93}"/>
              </a:ext>
            </a:extLst>
          </p:cNvPr>
          <p:cNvSpPr/>
          <p:nvPr/>
        </p:nvSpPr>
        <p:spPr>
          <a:xfrm>
            <a:off x="2082800" y="3996267"/>
            <a:ext cx="1328961" cy="602947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8" name="Prostokąt 17">
            <a:extLst>
              <a:ext uri="{FF2B5EF4-FFF2-40B4-BE49-F238E27FC236}">
                <a16:creationId xmlns:a16="http://schemas.microsoft.com/office/drawing/2014/main" id="{CEC98D2F-3146-4BD0-AB84-97E3CE91258F}"/>
              </a:ext>
            </a:extLst>
          </p:cNvPr>
          <p:cNvSpPr/>
          <p:nvPr/>
        </p:nvSpPr>
        <p:spPr>
          <a:xfrm>
            <a:off x="4107696" y="3996267"/>
            <a:ext cx="1328961" cy="602947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cxnSp>
        <p:nvCxnSpPr>
          <p:cNvPr id="21" name="Łącznik prosty ze strzałką 20">
            <a:extLst>
              <a:ext uri="{FF2B5EF4-FFF2-40B4-BE49-F238E27FC236}">
                <a16:creationId xmlns:a16="http://schemas.microsoft.com/office/drawing/2014/main" id="{50D33394-B0FE-ADED-AC23-AA43EE1E8401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730254" y="2295073"/>
            <a:ext cx="1" cy="33896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Łącznik prosty ze strzałką 24">
            <a:extLst>
              <a:ext uri="{FF2B5EF4-FFF2-40B4-BE49-F238E27FC236}">
                <a16:creationId xmlns:a16="http://schemas.microsoft.com/office/drawing/2014/main" id="{50260218-9319-4641-2A99-96F4F3A40F7C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1249743" y="3006269"/>
            <a:ext cx="340481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Łącznik prosty ze strzałką 27">
            <a:extLst>
              <a:ext uri="{FF2B5EF4-FFF2-40B4-BE49-F238E27FC236}">
                <a16:creationId xmlns:a16="http://schemas.microsoft.com/office/drawing/2014/main" id="{564E564F-01F6-CF97-2BE2-D7F561591235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2622553" y="3006269"/>
            <a:ext cx="562423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Łącznik prosty ze strzałką 30">
            <a:extLst>
              <a:ext uri="{FF2B5EF4-FFF2-40B4-BE49-F238E27FC236}">
                <a16:creationId xmlns:a16="http://schemas.microsoft.com/office/drawing/2014/main" id="{BC68A571-0561-B950-E52D-8E753CCA0D70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4217305" y="3006270"/>
            <a:ext cx="424542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Łącznik prosty ze strzałką 31">
            <a:extLst>
              <a:ext uri="{FF2B5EF4-FFF2-40B4-BE49-F238E27FC236}">
                <a16:creationId xmlns:a16="http://schemas.microsoft.com/office/drawing/2014/main" id="{FD6EF649-BB33-16F7-719D-434B0834A3DB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5674176" y="3006270"/>
            <a:ext cx="424542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Łącznik prosty ze strzałką 32">
            <a:extLst>
              <a:ext uri="{FF2B5EF4-FFF2-40B4-BE49-F238E27FC236}">
                <a16:creationId xmlns:a16="http://schemas.microsoft.com/office/drawing/2014/main" id="{497B2EB8-CF19-E5CB-FE7E-A2CAFD39CE4B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3411761" y="4297741"/>
            <a:ext cx="69593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Łącznik prosty ze strzałką 39">
            <a:extLst>
              <a:ext uri="{FF2B5EF4-FFF2-40B4-BE49-F238E27FC236}">
                <a16:creationId xmlns:a16="http://schemas.microsoft.com/office/drawing/2014/main" id="{DFC4AAAA-B703-9D4A-645E-5AF4AF4B8C54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7131047" y="3006270"/>
            <a:ext cx="42847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Łącznik prosty ze strzałką 46">
            <a:extLst>
              <a:ext uri="{FF2B5EF4-FFF2-40B4-BE49-F238E27FC236}">
                <a16:creationId xmlns:a16="http://schemas.microsoft.com/office/drawing/2014/main" id="{5B10881D-1383-A2D2-B9DF-1F87A8373A30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8075687" y="3378501"/>
            <a:ext cx="0" cy="38538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Łącznik łamany 50">
            <a:extLst>
              <a:ext uri="{FF2B5EF4-FFF2-40B4-BE49-F238E27FC236}">
                <a16:creationId xmlns:a16="http://schemas.microsoft.com/office/drawing/2014/main" id="{DAACFCA3-2BFF-D74A-8F2D-6955DFDA1B37}"/>
              </a:ext>
            </a:extLst>
          </p:cNvPr>
          <p:cNvCxnSpPr>
            <a:cxnSpLocks/>
            <a:endCxn id="18" idx="3"/>
          </p:cNvCxnSpPr>
          <p:nvPr/>
        </p:nvCxnSpPr>
        <p:spPr>
          <a:xfrm rot="10800000" flipV="1">
            <a:off x="5436658" y="3202665"/>
            <a:ext cx="2117119" cy="1095075"/>
          </a:xfrm>
          <a:prstGeom prst="bentConnector3">
            <a:avLst>
              <a:gd name="adj1" fmla="val 6809"/>
            </a:avLst>
          </a:prstGeom>
          <a:ln>
            <a:solidFill>
              <a:schemeClr val="bg1">
                <a:lumMod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wal 54">
            <a:extLst>
              <a:ext uri="{FF2B5EF4-FFF2-40B4-BE49-F238E27FC236}">
                <a16:creationId xmlns:a16="http://schemas.microsoft.com/office/drawing/2014/main" id="{3702B4B5-FAE0-974A-6C13-F4570B5BC3FB}"/>
              </a:ext>
            </a:extLst>
          </p:cNvPr>
          <p:cNvSpPr/>
          <p:nvPr/>
        </p:nvSpPr>
        <p:spPr>
          <a:xfrm>
            <a:off x="8268237" y="637655"/>
            <a:ext cx="658349" cy="658349"/>
          </a:xfrm>
          <a:prstGeom prst="ellipse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cxnSp>
        <p:nvCxnSpPr>
          <p:cNvPr id="56" name="Łącznik łamany 55">
            <a:extLst>
              <a:ext uri="{FF2B5EF4-FFF2-40B4-BE49-F238E27FC236}">
                <a16:creationId xmlns:a16="http://schemas.microsoft.com/office/drawing/2014/main" id="{D5E6FCC3-F583-FF3D-3140-EC2EC46F326A}"/>
              </a:ext>
            </a:extLst>
          </p:cNvPr>
          <p:cNvCxnSpPr>
            <a:cxnSpLocks/>
            <a:stCxn id="14" idx="3"/>
            <a:endCxn id="55" idx="4"/>
          </p:cNvCxnSpPr>
          <p:nvPr/>
        </p:nvCxnSpPr>
        <p:spPr>
          <a:xfrm flipV="1">
            <a:off x="8591851" y="1296004"/>
            <a:ext cx="5561" cy="1710266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Łącznik łamany 22">
            <a:extLst>
              <a:ext uri="{FF2B5EF4-FFF2-40B4-BE49-F238E27FC236}">
                <a16:creationId xmlns:a16="http://schemas.microsoft.com/office/drawing/2014/main" id="{4E365F28-858B-70A6-684F-E65A968F82DE}"/>
              </a:ext>
            </a:extLst>
          </p:cNvPr>
          <p:cNvCxnSpPr>
            <a:stCxn id="17" idx="1"/>
            <a:endCxn id="9" idx="2"/>
          </p:cNvCxnSpPr>
          <p:nvPr/>
        </p:nvCxnSpPr>
        <p:spPr>
          <a:xfrm rot="10800000">
            <a:off x="730256" y="3378501"/>
            <a:ext cx="1352545" cy="919240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upa 1">
            <a:extLst>
              <a:ext uri="{FF2B5EF4-FFF2-40B4-BE49-F238E27FC236}">
                <a16:creationId xmlns:a16="http://schemas.microsoft.com/office/drawing/2014/main" id="{E65FD34A-D833-7FA3-2E56-2B5AAA76282B}"/>
              </a:ext>
            </a:extLst>
          </p:cNvPr>
          <p:cNvGrpSpPr/>
          <p:nvPr/>
        </p:nvGrpSpPr>
        <p:grpSpPr>
          <a:xfrm>
            <a:off x="214090" y="544285"/>
            <a:ext cx="1032329" cy="1006325"/>
            <a:chOff x="214090" y="544285"/>
            <a:chExt cx="1032329" cy="1006325"/>
          </a:xfrm>
        </p:grpSpPr>
        <p:cxnSp>
          <p:nvCxnSpPr>
            <p:cNvPr id="3" name="Łącznik prosty ze strzałką 2">
              <a:extLst>
                <a:ext uri="{FF2B5EF4-FFF2-40B4-BE49-F238E27FC236}">
                  <a16:creationId xmlns:a16="http://schemas.microsoft.com/office/drawing/2014/main" id="{7A65DBC4-770C-80CB-E869-5AFAD05810C0}"/>
                </a:ext>
              </a:extLst>
            </p:cNvPr>
            <p:cNvCxnSpPr>
              <a:cxnSpLocks/>
              <a:stCxn id="16" idx="2"/>
            </p:cNvCxnSpPr>
            <p:nvPr/>
          </p:nvCxnSpPr>
          <p:spPr>
            <a:xfrm>
              <a:off x="730255" y="1278147"/>
              <a:ext cx="3324" cy="272463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Dokument 15">
              <a:extLst>
                <a:ext uri="{FF2B5EF4-FFF2-40B4-BE49-F238E27FC236}">
                  <a16:creationId xmlns:a16="http://schemas.microsoft.com/office/drawing/2014/main" id="{46B4C399-C520-89AE-B3CC-6771132C34CC}"/>
                </a:ext>
              </a:extLst>
            </p:cNvPr>
            <p:cNvSpPr/>
            <p:nvPr/>
          </p:nvSpPr>
          <p:spPr>
            <a:xfrm>
              <a:off x="214090" y="544285"/>
              <a:ext cx="1032329" cy="785813"/>
            </a:xfrm>
            <a:prstGeom prst="flowChartDocument">
              <a:avLst/>
            </a:prstGeom>
            <a:solidFill>
              <a:schemeClr val="accent1">
                <a:alpha val="7461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200">
                  <a:solidFill>
                    <a:schemeClr val="bg1"/>
                  </a:solidFill>
                  <a:latin typeface="Franklin Gothic Book" panose="020B0503020102020204" pitchFamily="34" charset="0"/>
                </a:rPr>
                <a:t>Raw 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94974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rostokąt 18">
            <a:extLst>
              <a:ext uri="{FF2B5EF4-FFF2-40B4-BE49-F238E27FC236}">
                <a16:creationId xmlns:a16="http://schemas.microsoft.com/office/drawing/2014/main" id="{F54FCECE-6648-E6F0-3159-D3D28B23CEF6}"/>
              </a:ext>
            </a:extLst>
          </p:cNvPr>
          <p:cNvSpPr/>
          <p:nvPr/>
        </p:nvSpPr>
        <p:spPr>
          <a:xfrm>
            <a:off x="2953053" y="544286"/>
            <a:ext cx="4374847" cy="3080657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latin typeface="Franklin Gothic Book" panose="020B0503020102020204" pitchFamily="34" charset="0"/>
            </a:endParaRP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F6FB1EBB-8F4E-A1CE-35C6-D7CFB2700AB2}"/>
              </a:ext>
            </a:extLst>
          </p:cNvPr>
          <p:cNvSpPr/>
          <p:nvPr/>
        </p:nvSpPr>
        <p:spPr>
          <a:xfrm>
            <a:off x="118532" y="544286"/>
            <a:ext cx="2722639" cy="3080657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C1A7FA72-D8A4-9E48-D5E1-EECE70EB9CB9}"/>
              </a:ext>
            </a:extLst>
          </p:cNvPr>
          <p:cNvSpPr/>
          <p:nvPr/>
        </p:nvSpPr>
        <p:spPr>
          <a:xfrm>
            <a:off x="7461554" y="544285"/>
            <a:ext cx="1563914" cy="4146248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latin typeface="Franklin Gothic Book" panose="020B0503020102020204" pitchFamily="34" charset="0"/>
            </a:endParaRPr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00B5A6B0-5866-6637-3886-90A447704A7C}"/>
              </a:ext>
            </a:extLst>
          </p:cNvPr>
          <p:cNvSpPr/>
          <p:nvPr/>
        </p:nvSpPr>
        <p:spPr>
          <a:xfrm>
            <a:off x="217414" y="1550610"/>
            <a:ext cx="1032329" cy="744463"/>
          </a:xfrm>
          <a:prstGeom prst="rect">
            <a:avLst/>
          </a:prstGeom>
          <a:solidFill>
            <a:schemeClr val="accent1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tx1"/>
                </a:solidFill>
                <a:latin typeface="Franklin Gothic Book" panose="020B0503020102020204" pitchFamily="34" charset="0"/>
              </a:rPr>
              <a:t>Data extraction</a:t>
            </a: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BFFC6624-C17E-CDA7-BFF5-87E6D25E0731}"/>
              </a:ext>
            </a:extLst>
          </p:cNvPr>
          <p:cNvSpPr/>
          <p:nvPr/>
        </p:nvSpPr>
        <p:spPr>
          <a:xfrm>
            <a:off x="214090" y="2634038"/>
            <a:ext cx="1032329" cy="744463"/>
          </a:xfrm>
          <a:prstGeom prst="rect">
            <a:avLst/>
          </a:prstGeom>
          <a:solidFill>
            <a:schemeClr val="accent1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tx1"/>
                </a:solidFill>
                <a:latin typeface="Franklin Gothic Book" panose="020B0503020102020204" pitchFamily="34" charset="0"/>
              </a:rPr>
              <a:t>Data analysis</a:t>
            </a: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8FC5AC4F-B5E5-E92B-083D-E4C1D26DADE7}"/>
              </a:ext>
            </a:extLst>
          </p:cNvPr>
          <p:cNvSpPr/>
          <p:nvPr/>
        </p:nvSpPr>
        <p:spPr>
          <a:xfrm>
            <a:off x="1590224" y="2634038"/>
            <a:ext cx="1032329" cy="744463"/>
          </a:xfrm>
          <a:prstGeom prst="rect">
            <a:avLst/>
          </a:prstGeom>
          <a:solidFill>
            <a:schemeClr val="accent1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tx1"/>
                </a:solidFill>
                <a:latin typeface="Franklin Gothic Book" panose="020B0503020102020204" pitchFamily="34" charset="0"/>
              </a:rPr>
              <a:t>Data preparation</a:t>
            </a: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9A0218DC-624A-1251-D9EA-2E7F4AED5841}"/>
              </a:ext>
            </a:extLst>
          </p:cNvPr>
          <p:cNvSpPr/>
          <p:nvPr/>
        </p:nvSpPr>
        <p:spPr>
          <a:xfrm>
            <a:off x="3184976" y="2634038"/>
            <a:ext cx="1032329" cy="744463"/>
          </a:xfrm>
          <a:prstGeom prst="rect">
            <a:avLst/>
          </a:prstGeom>
          <a:solidFill>
            <a:schemeClr val="accent2"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bg1"/>
                </a:solidFill>
                <a:latin typeface="Franklin Gothic Book" panose="020B0503020102020204" pitchFamily="34" charset="0"/>
              </a:rPr>
              <a:t>Model training</a:t>
            </a:r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DB5DC1AD-FA1C-D9A8-5119-0C9BEEC67F99}"/>
              </a:ext>
            </a:extLst>
          </p:cNvPr>
          <p:cNvSpPr/>
          <p:nvPr/>
        </p:nvSpPr>
        <p:spPr>
          <a:xfrm>
            <a:off x="4641847" y="2634038"/>
            <a:ext cx="1032329" cy="744463"/>
          </a:xfrm>
          <a:prstGeom prst="rect">
            <a:avLst/>
          </a:prstGeom>
          <a:solidFill>
            <a:schemeClr val="accent2"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bg1"/>
                </a:solidFill>
                <a:latin typeface="Franklin Gothic Book" panose="020B0503020102020204" pitchFamily="34" charset="0"/>
              </a:rPr>
              <a:t>Model evaluation</a:t>
            </a:r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1EDFDCDF-0551-C40E-CA50-7FF7730A9FFD}"/>
              </a:ext>
            </a:extLst>
          </p:cNvPr>
          <p:cNvSpPr/>
          <p:nvPr/>
        </p:nvSpPr>
        <p:spPr>
          <a:xfrm>
            <a:off x="6098718" y="2634038"/>
            <a:ext cx="1032329" cy="744463"/>
          </a:xfrm>
          <a:prstGeom prst="rect">
            <a:avLst/>
          </a:prstGeom>
          <a:solidFill>
            <a:schemeClr val="accent2"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bg1"/>
                </a:solidFill>
                <a:latin typeface="Franklin Gothic Book" panose="020B0503020102020204" pitchFamily="34" charset="0"/>
              </a:rPr>
              <a:t>Model validation</a:t>
            </a:r>
          </a:p>
        </p:txBody>
      </p:sp>
      <p:sp>
        <p:nvSpPr>
          <p:cNvPr id="14" name="Prostokąt 13">
            <a:extLst>
              <a:ext uri="{FF2B5EF4-FFF2-40B4-BE49-F238E27FC236}">
                <a16:creationId xmlns:a16="http://schemas.microsoft.com/office/drawing/2014/main" id="{71D787BF-B53B-6227-2691-4C4F25CB2B1F}"/>
              </a:ext>
            </a:extLst>
          </p:cNvPr>
          <p:cNvSpPr/>
          <p:nvPr/>
        </p:nvSpPr>
        <p:spPr>
          <a:xfrm>
            <a:off x="7559522" y="2634038"/>
            <a:ext cx="1032329" cy="744463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AB625936-29EE-DE31-E6DD-289635BFC4BA}"/>
              </a:ext>
            </a:extLst>
          </p:cNvPr>
          <p:cNvSpPr/>
          <p:nvPr/>
        </p:nvSpPr>
        <p:spPr>
          <a:xfrm>
            <a:off x="7559522" y="3763886"/>
            <a:ext cx="1032329" cy="469448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7" name="Prostokąt 16">
            <a:extLst>
              <a:ext uri="{FF2B5EF4-FFF2-40B4-BE49-F238E27FC236}">
                <a16:creationId xmlns:a16="http://schemas.microsoft.com/office/drawing/2014/main" id="{159412C8-233A-80AE-B563-7226D4CA8C93}"/>
              </a:ext>
            </a:extLst>
          </p:cNvPr>
          <p:cNvSpPr/>
          <p:nvPr/>
        </p:nvSpPr>
        <p:spPr>
          <a:xfrm>
            <a:off x="2082800" y="3996267"/>
            <a:ext cx="1328961" cy="602947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8" name="Prostokąt 17">
            <a:extLst>
              <a:ext uri="{FF2B5EF4-FFF2-40B4-BE49-F238E27FC236}">
                <a16:creationId xmlns:a16="http://schemas.microsoft.com/office/drawing/2014/main" id="{CEC98D2F-3146-4BD0-AB84-97E3CE91258F}"/>
              </a:ext>
            </a:extLst>
          </p:cNvPr>
          <p:cNvSpPr/>
          <p:nvPr/>
        </p:nvSpPr>
        <p:spPr>
          <a:xfrm>
            <a:off x="4107696" y="3996267"/>
            <a:ext cx="1328961" cy="602947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cxnSp>
        <p:nvCxnSpPr>
          <p:cNvPr id="21" name="Łącznik prosty ze strzałką 20">
            <a:extLst>
              <a:ext uri="{FF2B5EF4-FFF2-40B4-BE49-F238E27FC236}">
                <a16:creationId xmlns:a16="http://schemas.microsoft.com/office/drawing/2014/main" id="{50D33394-B0FE-ADED-AC23-AA43EE1E8401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730254" y="2295073"/>
            <a:ext cx="1" cy="33896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Łącznik prosty ze strzałką 24">
            <a:extLst>
              <a:ext uri="{FF2B5EF4-FFF2-40B4-BE49-F238E27FC236}">
                <a16:creationId xmlns:a16="http://schemas.microsoft.com/office/drawing/2014/main" id="{50260218-9319-4641-2A99-96F4F3A40F7C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1249743" y="3006269"/>
            <a:ext cx="340481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Łącznik prosty ze strzałką 27">
            <a:extLst>
              <a:ext uri="{FF2B5EF4-FFF2-40B4-BE49-F238E27FC236}">
                <a16:creationId xmlns:a16="http://schemas.microsoft.com/office/drawing/2014/main" id="{564E564F-01F6-CF97-2BE2-D7F561591235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2622553" y="3006269"/>
            <a:ext cx="562423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Łącznik prosty ze strzałką 30">
            <a:extLst>
              <a:ext uri="{FF2B5EF4-FFF2-40B4-BE49-F238E27FC236}">
                <a16:creationId xmlns:a16="http://schemas.microsoft.com/office/drawing/2014/main" id="{BC68A571-0561-B950-E52D-8E753CCA0D70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4217305" y="3006270"/>
            <a:ext cx="424542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Łącznik prosty ze strzałką 31">
            <a:extLst>
              <a:ext uri="{FF2B5EF4-FFF2-40B4-BE49-F238E27FC236}">
                <a16:creationId xmlns:a16="http://schemas.microsoft.com/office/drawing/2014/main" id="{FD6EF649-BB33-16F7-719D-434B0834A3DB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5674176" y="3006270"/>
            <a:ext cx="424542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Łącznik prosty ze strzałką 32">
            <a:extLst>
              <a:ext uri="{FF2B5EF4-FFF2-40B4-BE49-F238E27FC236}">
                <a16:creationId xmlns:a16="http://schemas.microsoft.com/office/drawing/2014/main" id="{497B2EB8-CF19-E5CB-FE7E-A2CAFD39CE4B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3411761" y="4297741"/>
            <a:ext cx="69593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Łącznik prosty ze strzałką 39">
            <a:extLst>
              <a:ext uri="{FF2B5EF4-FFF2-40B4-BE49-F238E27FC236}">
                <a16:creationId xmlns:a16="http://schemas.microsoft.com/office/drawing/2014/main" id="{DFC4AAAA-B703-9D4A-645E-5AF4AF4B8C54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7131047" y="3006270"/>
            <a:ext cx="42847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Łącznik prosty ze strzałką 46">
            <a:extLst>
              <a:ext uri="{FF2B5EF4-FFF2-40B4-BE49-F238E27FC236}">
                <a16:creationId xmlns:a16="http://schemas.microsoft.com/office/drawing/2014/main" id="{5B10881D-1383-A2D2-B9DF-1F87A8373A30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8075687" y="3378501"/>
            <a:ext cx="0" cy="38538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Łącznik łamany 50">
            <a:extLst>
              <a:ext uri="{FF2B5EF4-FFF2-40B4-BE49-F238E27FC236}">
                <a16:creationId xmlns:a16="http://schemas.microsoft.com/office/drawing/2014/main" id="{DAACFCA3-2BFF-D74A-8F2D-6955DFDA1B37}"/>
              </a:ext>
            </a:extLst>
          </p:cNvPr>
          <p:cNvCxnSpPr>
            <a:cxnSpLocks/>
            <a:endCxn id="18" idx="3"/>
          </p:cNvCxnSpPr>
          <p:nvPr/>
        </p:nvCxnSpPr>
        <p:spPr>
          <a:xfrm rot="10800000" flipV="1">
            <a:off x="5436658" y="3202665"/>
            <a:ext cx="2117119" cy="1095075"/>
          </a:xfrm>
          <a:prstGeom prst="bentConnector3">
            <a:avLst>
              <a:gd name="adj1" fmla="val 6809"/>
            </a:avLst>
          </a:prstGeom>
          <a:ln>
            <a:solidFill>
              <a:schemeClr val="bg1">
                <a:lumMod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wal 54">
            <a:extLst>
              <a:ext uri="{FF2B5EF4-FFF2-40B4-BE49-F238E27FC236}">
                <a16:creationId xmlns:a16="http://schemas.microsoft.com/office/drawing/2014/main" id="{3702B4B5-FAE0-974A-6C13-F4570B5BC3FB}"/>
              </a:ext>
            </a:extLst>
          </p:cNvPr>
          <p:cNvSpPr/>
          <p:nvPr/>
        </p:nvSpPr>
        <p:spPr>
          <a:xfrm>
            <a:off x="8268237" y="637655"/>
            <a:ext cx="658349" cy="658349"/>
          </a:xfrm>
          <a:prstGeom prst="ellipse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cxnSp>
        <p:nvCxnSpPr>
          <p:cNvPr id="56" name="Łącznik łamany 55">
            <a:extLst>
              <a:ext uri="{FF2B5EF4-FFF2-40B4-BE49-F238E27FC236}">
                <a16:creationId xmlns:a16="http://schemas.microsoft.com/office/drawing/2014/main" id="{D5E6FCC3-F583-FF3D-3140-EC2EC46F326A}"/>
              </a:ext>
            </a:extLst>
          </p:cNvPr>
          <p:cNvCxnSpPr>
            <a:cxnSpLocks/>
            <a:stCxn id="14" idx="3"/>
            <a:endCxn id="55" idx="4"/>
          </p:cNvCxnSpPr>
          <p:nvPr/>
        </p:nvCxnSpPr>
        <p:spPr>
          <a:xfrm flipV="1">
            <a:off x="8591851" y="1296004"/>
            <a:ext cx="5561" cy="1710266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Łącznik łamany 22">
            <a:extLst>
              <a:ext uri="{FF2B5EF4-FFF2-40B4-BE49-F238E27FC236}">
                <a16:creationId xmlns:a16="http://schemas.microsoft.com/office/drawing/2014/main" id="{4E365F28-858B-70A6-684F-E65A968F82DE}"/>
              </a:ext>
            </a:extLst>
          </p:cNvPr>
          <p:cNvCxnSpPr>
            <a:stCxn id="17" idx="1"/>
            <a:endCxn id="9" idx="2"/>
          </p:cNvCxnSpPr>
          <p:nvPr/>
        </p:nvCxnSpPr>
        <p:spPr>
          <a:xfrm rot="10800000">
            <a:off x="730256" y="3378501"/>
            <a:ext cx="1352545" cy="919240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upa 1">
            <a:extLst>
              <a:ext uri="{FF2B5EF4-FFF2-40B4-BE49-F238E27FC236}">
                <a16:creationId xmlns:a16="http://schemas.microsoft.com/office/drawing/2014/main" id="{DD1D95AD-BC93-0CD3-1B67-FCEE16784FA7}"/>
              </a:ext>
            </a:extLst>
          </p:cNvPr>
          <p:cNvGrpSpPr/>
          <p:nvPr/>
        </p:nvGrpSpPr>
        <p:grpSpPr>
          <a:xfrm>
            <a:off x="214090" y="544285"/>
            <a:ext cx="1032329" cy="1006325"/>
            <a:chOff x="214090" y="544285"/>
            <a:chExt cx="1032329" cy="1006325"/>
          </a:xfrm>
        </p:grpSpPr>
        <p:cxnSp>
          <p:nvCxnSpPr>
            <p:cNvPr id="3" name="Łącznik prosty ze strzałką 2">
              <a:extLst>
                <a:ext uri="{FF2B5EF4-FFF2-40B4-BE49-F238E27FC236}">
                  <a16:creationId xmlns:a16="http://schemas.microsoft.com/office/drawing/2014/main" id="{C3C13AA3-BE71-3DBB-420E-91BC8876500B}"/>
                </a:ext>
              </a:extLst>
            </p:cNvPr>
            <p:cNvCxnSpPr>
              <a:cxnSpLocks/>
              <a:stCxn id="16" idx="2"/>
            </p:cNvCxnSpPr>
            <p:nvPr/>
          </p:nvCxnSpPr>
          <p:spPr>
            <a:xfrm>
              <a:off x="730255" y="1278147"/>
              <a:ext cx="3324" cy="272463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Dokument 15">
              <a:extLst>
                <a:ext uri="{FF2B5EF4-FFF2-40B4-BE49-F238E27FC236}">
                  <a16:creationId xmlns:a16="http://schemas.microsoft.com/office/drawing/2014/main" id="{4A98992D-FD9D-7FB4-84AA-0D99F8BBDDF8}"/>
                </a:ext>
              </a:extLst>
            </p:cNvPr>
            <p:cNvSpPr/>
            <p:nvPr/>
          </p:nvSpPr>
          <p:spPr>
            <a:xfrm>
              <a:off x="214090" y="544285"/>
              <a:ext cx="1032329" cy="785813"/>
            </a:xfrm>
            <a:prstGeom prst="flowChartDocument">
              <a:avLst/>
            </a:prstGeom>
            <a:solidFill>
              <a:schemeClr val="accent1">
                <a:alpha val="7461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200">
                  <a:solidFill>
                    <a:schemeClr val="bg1"/>
                  </a:solidFill>
                  <a:latin typeface="Franklin Gothic Book" panose="020B0503020102020204" pitchFamily="34" charset="0"/>
                </a:rPr>
                <a:t>Raw 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95233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rostokąt 25">
            <a:extLst>
              <a:ext uri="{FF2B5EF4-FFF2-40B4-BE49-F238E27FC236}">
                <a16:creationId xmlns:a16="http://schemas.microsoft.com/office/drawing/2014/main" id="{2ADFC42C-D34F-AA2C-9F92-92C2798D6533}"/>
              </a:ext>
            </a:extLst>
          </p:cNvPr>
          <p:cNvSpPr/>
          <p:nvPr/>
        </p:nvSpPr>
        <p:spPr>
          <a:xfrm>
            <a:off x="2953053" y="544286"/>
            <a:ext cx="4374847" cy="3080657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latin typeface="Franklin Gothic Book" panose="020B0503020102020204" pitchFamily="34" charset="0"/>
            </a:endParaRP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F6FB1EBB-8F4E-A1CE-35C6-D7CFB2700AB2}"/>
              </a:ext>
            </a:extLst>
          </p:cNvPr>
          <p:cNvSpPr/>
          <p:nvPr/>
        </p:nvSpPr>
        <p:spPr>
          <a:xfrm>
            <a:off x="118532" y="544286"/>
            <a:ext cx="2722639" cy="3080657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C1A7FA72-D8A4-9E48-D5E1-EECE70EB9CB9}"/>
              </a:ext>
            </a:extLst>
          </p:cNvPr>
          <p:cNvSpPr/>
          <p:nvPr/>
        </p:nvSpPr>
        <p:spPr>
          <a:xfrm>
            <a:off x="7461554" y="544285"/>
            <a:ext cx="1563914" cy="4146248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latin typeface="Franklin Gothic Book" panose="020B0503020102020204" pitchFamily="34" charset="0"/>
            </a:endParaRPr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00B5A6B0-5866-6637-3886-90A447704A7C}"/>
              </a:ext>
            </a:extLst>
          </p:cNvPr>
          <p:cNvSpPr/>
          <p:nvPr/>
        </p:nvSpPr>
        <p:spPr>
          <a:xfrm>
            <a:off x="217414" y="1550610"/>
            <a:ext cx="1032329" cy="744463"/>
          </a:xfrm>
          <a:prstGeom prst="rect">
            <a:avLst/>
          </a:prstGeom>
          <a:solidFill>
            <a:schemeClr val="accent1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tx1"/>
                </a:solidFill>
                <a:latin typeface="Franklin Gothic Book" panose="020B0503020102020204" pitchFamily="34" charset="0"/>
              </a:rPr>
              <a:t>Data extraction</a:t>
            </a: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BFFC6624-C17E-CDA7-BFF5-87E6D25E0731}"/>
              </a:ext>
            </a:extLst>
          </p:cNvPr>
          <p:cNvSpPr/>
          <p:nvPr/>
        </p:nvSpPr>
        <p:spPr>
          <a:xfrm>
            <a:off x="214090" y="2634038"/>
            <a:ext cx="1032329" cy="744463"/>
          </a:xfrm>
          <a:prstGeom prst="rect">
            <a:avLst/>
          </a:prstGeom>
          <a:solidFill>
            <a:schemeClr val="accent1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tx1"/>
                </a:solidFill>
                <a:latin typeface="Franklin Gothic Book" panose="020B0503020102020204" pitchFamily="34" charset="0"/>
              </a:rPr>
              <a:t>Data analysis</a:t>
            </a: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8FC5AC4F-B5E5-E92B-083D-E4C1D26DADE7}"/>
              </a:ext>
            </a:extLst>
          </p:cNvPr>
          <p:cNvSpPr/>
          <p:nvPr/>
        </p:nvSpPr>
        <p:spPr>
          <a:xfrm>
            <a:off x="1590224" y="2634038"/>
            <a:ext cx="1032329" cy="744463"/>
          </a:xfrm>
          <a:prstGeom prst="rect">
            <a:avLst/>
          </a:prstGeom>
          <a:solidFill>
            <a:schemeClr val="accent1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tx1"/>
                </a:solidFill>
                <a:latin typeface="Franklin Gothic Book" panose="020B0503020102020204" pitchFamily="34" charset="0"/>
              </a:rPr>
              <a:t>Data preparation</a:t>
            </a: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9A0218DC-624A-1251-D9EA-2E7F4AED5841}"/>
              </a:ext>
            </a:extLst>
          </p:cNvPr>
          <p:cNvSpPr/>
          <p:nvPr/>
        </p:nvSpPr>
        <p:spPr>
          <a:xfrm>
            <a:off x="3184976" y="2634038"/>
            <a:ext cx="1032329" cy="744463"/>
          </a:xfrm>
          <a:prstGeom prst="rect">
            <a:avLst/>
          </a:prstGeom>
          <a:solidFill>
            <a:schemeClr val="accent2"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bg1"/>
                </a:solidFill>
                <a:latin typeface="Franklin Gothic Book" panose="020B0503020102020204" pitchFamily="34" charset="0"/>
              </a:rPr>
              <a:t>Model training</a:t>
            </a:r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DB5DC1AD-FA1C-D9A8-5119-0C9BEEC67F99}"/>
              </a:ext>
            </a:extLst>
          </p:cNvPr>
          <p:cNvSpPr/>
          <p:nvPr/>
        </p:nvSpPr>
        <p:spPr>
          <a:xfrm>
            <a:off x="4641847" y="2634038"/>
            <a:ext cx="1032329" cy="744463"/>
          </a:xfrm>
          <a:prstGeom prst="rect">
            <a:avLst/>
          </a:prstGeom>
          <a:solidFill>
            <a:schemeClr val="accent2"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bg1"/>
                </a:solidFill>
                <a:latin typeface="Franklin Gothic Book" panose="020B0503020102020204" pitchFamily="34" charset="0"/>
              </a:rPr>
              <a:t>Model evaluation</a:t>
            </a:r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1EDFDCDF-0551-C40E-CA50-7FF7730A9FFD}"/>
              </a:ext>
            </a:extLst>
          </p:cNvPr>
          <p:cNvSpPr/>
          <p:nvPr/>
        </p:nvSpPr>
        <p:spPr>
          <a:xfrm>
            <a:off x="6098718" y="2634038"/>
            <a:ext cx="1032329" cy="744463"/>
          </a:xfrm>
          <a:prstGeom prst="rect">
            <a:avLst/>
          </a:prstGeom>
          <a:solidFill>
            <a:schemeClr val="accent2"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bg1"/>
                </a:solidFill>
                <a:latin typeface="Franklin Gothic Book" panose="020B0503020102020204" pitchFamily="34" charset="0"/>
              </a:rPr>
              <a:t>Model validation</a:t>
            </a:r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AB625936-29EE-DE31-E6DD-289635BFC4BA}"/>
              </a:ext>
            </a:extLst>
          </p:cNvPr>
          <p:cNvSpPr/>
          <p:nvPr/>
        </p:nvSpPr>
        <p:spPr>
          <a:xfrm>
            <a:off x="7559522" y="3763886"/>
            <a:ext cx="1032329" cy="469448"/>
          </a:xfrm>
          <a:prstGeom prst="rect">
            <a:avLst/>
          </a:prstGeom>
          <a:solidFill>
            <a:schemeClr val="accent4"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tx1">
                    <a:lumMod val="85000"/>
                    <a:lumOff val="15000"/>
                  </a:schemeClr>
                </a:solidFill>
                <a:latin typeface="Franklin Gothic Book" panose="020B0503020102020204" pitchFamily="34" charset="0"/>
              </a:rPr>
              <a:t>Model registry</a:t>
            </a:r>
          </a:p>
        </p:txBody>
      </p:sp>
      <p:sp>
        <p:nvSpPr>
          <p:cNvPr id="17" name="Prostokąt 16">
            <a:extLst>
              <a:ext uri="{FF2B5EF4-FFF2-40B4-BE49-F238E27FC236}">
                <a16:creationId xmlns:a16="http://schemas.microsoft.com/office/drawing/2014/main" id="{159412C8-233A-80AE-B563-7226D4CA8C93}"/>
              </a:ext>
            </a:extLst>
          </p:cNvPr>
          <p:cNvSpPr/>
          <p:nvPr/>
        </p:nvSpPr>
        <p:spPr>
          <a:xfrm>
            <a:off x="2082800" y="3996267"/>
            <a:ext cx="1328961" cy="602947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8" name="Prostokąt 17">
            <a:extLst>
              <a:ext uri="{FF2B5EF4-FFF2-40B4-BE49-F238E27FC236}">
                <a16:creationId xmlns:a16="http://schemas.microsoft.com/office/drawing/2014/main" id="{CEC98D2F-3146-4BD0-AB84-97E3CE91258F}"/>
              </a:ext>
            </a:extLst>
          </p:cNvPr>
          <p:cNvSpPr/>
          <p:nvPr/>
        </p:nvSpPr>
        <p:spPr>
          <a:xfrm>
            <a:off x="4107696" y="3996267"/>
            <a:ext cx="1328961" cy="602947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cxnSp>
        <p:nvCxnSpPr>
          <p:cNvPr id="21" name="Łącznik prosty ze strzałką 20">
            <a:extLst>
              <a:ext uri="{FF2B5EF4-FFF2-40B4-BE49-F238E27FC236}">
                <a16:creationId xmlns:a16="http://schemas.microsoft.com/office/drawing/2014/main" id="{50D33394-B0FE-ADED-AC23-AA43EE1E8401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730254" y="2295073"/>
            <a:ext cx="1" cy="33896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Łącznik prosty ze strzałką 24">
            <a:extLst>
              <a:ext uri="{FF2B5EF4-FFF2-40B4-BE49-F238E27FC236}">
                <a16:creationId xmlns:a16="http://schemas.microsoft.com/office/drawing/2014/main" id="{50260218-9319-4641-2A99-96F4F3A40F7C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1249743" y="3006269"/>
            <a:ext cx="340481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Łącznik prosty ze strzałką 27">
            <a:extLst>
              <a:ext uri="{FF2B5EF4-FFF2-40B4-BE49-F238E27FC236}">
                <a16:creationId xmlns:a16="http://schemas.microsoft.com/office/drawing/2014/main" id="{564E564F-01F6-CF97-2BE2-D7F561591235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2622553" y="3006269"/>
            <a:ext cx="562423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Łącznik prosty ze strzałką 30">
            <a:extLst>
              <a:ext uri="{FF2B5EF4-FFF2-40B4-BE49-F238E27FC236}">
                <a16:creationId xmlns:a16="http://schemas.microsoft.com/office/drawing/2014/main" id="{BC68A571-0561-B950-E52D-8E753CCA0D70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4217305" y="3006270"/>
            <a:ext cx="424542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Łącznik prosty ze strzałką 31">
            <a:extLst>
              <a:ext uri="{FF2B5EF4-FFF2-40B4-BE49-F238E27FC236}">
                <a16:creationId xmlns:a16="http://schemas.microsoft.com/office/drawing/2014/main" id="{FD6EF649-BB33-16F7-719D-434B0834A3DB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5674176" y="3006270"/>
            <a:ext cx="424542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Łącznik prosty ze strzałką 32">
            <a:extLst>
              <a:ext uri="{FF2B5EF4-FFF2-40B4-BE49-F238E27FC236}">
                <a16:creationId xmlns:a16="http://schemas.microsoft.com/office/drawing/2014/main" id="{497B2EB8-CF19-E5CB-FE7E-A2CAFD39CE4B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3411761" y="4297741"/>
            <a:ext cx="69593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Łącznik prosty ze strzałką 39">
            <a:extLst>
              <a:ext uri="{FF2B5EF4-FFF2-40B4-BE49-F238E27FC236}">
                <a16:creationId xmlns:a16="http://schemas.microsoft.com/office/drawing/2014/main" id="{DFC4AAAA-B703-9D4A-645E-5AF4AF4B8C54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7131047" y="3006270"/>
            <a:ext cx="42847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Łącznik łamany 50">
            <a:extLst>
              <a:ext uri="{FF2B5EF4-FFF2-40B4-BE49-F238E27FC236}">
                <a16:creationId xmlns:a16="http://schemas.microsoft.com/office/drawing/2014/main" id="{DAACFCA3-2BFF-D74A-8F2D-6955DFDA1B37}"/>
              </a:ext>
            </a:extLst>
          </p:cNvPr>
          <p:cNvCxnSpPr>
            <a:cxnSpLocks/>
            <a:endCxn id="18" idx="3"/>
          </p:cNvCxnSpPr>
          <p:nvPr/>
        </p:nvCxnSpPr>
        <p:spPr>
          <a:xfrm rot="10800000" flipV="1">
            <a:off x="5436658" y="3202665"/>
            <a:ext cx="2117119" cy="1095075"/>
          </a:xfrm>
          <a:prstGeom prst="bentConnector3">
            <a:avLst>
              <a:gd name="adj1" fmla="val 6809"/>
            </a:avLst>
          </a:prstGeom>
          <a:ln>
            <a:solidFill>
              <a:schemeClr val="bg1">
                <a:lumMod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wal 54">
            <a:extLst>
              <a:ext uri="{FF2B5EF4-FFF2-40B4-BE49-F238E27FC236}">
                <a16:creationId xmlns:a16="http://schemas.microsoft.com/office/drawing/2014/main" id="{3702B4B5-FAE0-974A-6C13-F4570B5BC3FB}"/>
              </a:ext>
            </a:extLst>
          </p:cNvPr>
          <p:cNvSpPr/>
          <p:nvPr/>
        </p:nvSpPr>
        <p:spPr>
          <a:xfrm>
            <a:off x="8268237" y="637655"/>
            <a:ext cx="658349" cy="658349"/>
          </a:xfrm>
          <a:prstGeom prst="ellipse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bg1">
                    <a:lumMod val="50000"/>
                  </a:schemeClr>
                </a:solidFill>
                <a:latin typeface="Franklin Gothic Book" panose="020B0503020102020204" pitchFamily="34" charset="0"/>
              </a:rPr>
              <a:t>ML</a:t>
            </a:r>
          </a:p>
        </p:txBody>
      </p:sp>
      <p:cxnSp>
        <p:nvCxnSpPr>
          <p:cNvPr id="56" name="Łącznik łamany 55">
            <a:extLst>
              <a:ext uri="{FF2B5EF4-FFF2-40B4-BE49-F238E27FC236}">
                <a16:creationId xmlns:a16="http://schemas.microsoft.com/office/drawing/2014/main" id="{D5E6FCC3-F583-FF3D-3140-EC2EC46F326A}"/>
              </a:ext>
            </a:extLst>
          </p:cNvPr>
          <p:cNvCxnSpPr>
            <a:cxnSpLocks/>
            <a:endCxn id="55" idx="4"/>
          </p:cNvCxnSpPr>
          <p:nvPr/>
        </p:nvCxnSpPr>
        <p:spPr>
          <a:xfrm flipV="1">
            <a:off x="8591851" y="1296004"/>
            <a:ext cx="5561" cy="1710266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Łącznik łamany 22">
            <a:extLst>
              <a:ext uri="{FF2B5EF4-FFF2-40B4-BE49-F238E27FC236}">
                <a16:creationId xmlns:a16="http://schemas.microsoft.com/office/drawing/2014/main" id="{4E365F28-858B-70A6-684F-E65A968F82DE}"/>
              </a:ext>
            </a:extLst>
          </p:cNvPr>
          <p:cNvCxnSpPr>
            <a:stCxn id="17" idx="1"/>
            <a:endCxn id="9" idx="2"/>
          </p:cNvCxnSpPr>
          <p:nvPr/>
        </p:nvCxnSpPr>
        <p:spPr>
          <a:xfrm rot="10800000">
            <a:off x="730256" y="3378501"/>
            <a:ext cx="1352545" cy="919240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upa 1">
            <a:extLst>
              <a:ext uri="{FF2B5EF4-FFF2-40B4-BE49-F238E27FC236}">
                <a16:creationId xmlns:a16="http://schemas.microsoft.com/office/drawing/2014/main" id="{41493DD6-0FB7-873A-35C9-846F6747A335}"/>
              </a:ext>
            </a:extLst>
          </p:cNvPr>
          <p:cNvGrpSpPr/>
          <p:nvPr/>
        </p:nvGrpSpPr>
        <p:grpSpPr>
          <a:xfrm>
            <a:off x="214090" y="544285"/>
            <a:ext cx="1032329" cy="1006325"/>
            <a:chOff x="214090" y="544285"/>
            <a:chExt cx="1032329" cy="1006325"/>
          </a:xfrm>
        </p:grpSpPr>
        <p:cxnSp>
          <p:nvCxnSpPr>
            <p:cNvPr id="3" name="Łącznik prosty ze strzałką 2">
              <a:extLst>
                <a:ext uri="{FF2B5EF4-FFF2-40B4-BE49-F238E27FC236}">
                  <a16:creationId xmlns:a16="http://schemas.microsoft.com/office/drawing/2014/main" id="{8AD32036-B4EB-9EC5-BA66-9C4F1A6F0690}"/>
                </a:ext>
              </a:extLst>
            </p:cNvPr>
            <p:cNvCxnSpPr>
              <a:cxnSpLocks/>
              <a:stCxn id="16" idx="2"/>
            </p:cNvCxnSpPr>
            <p:nvPr/>
          </p:nvCxnSpPr>
          <p:spPr>
            <a:xfrm>
              <a:off x="730255" y="1278147"/>
              <a:ext cx="3324" cy="272463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Dokument 15">
              <a:extLst>
                <a:ext uri="{FF2B5EF4-FFF2-40B4-BE49-F238E27FC236}">
                  <a16:creationId xmlns:a16="http://schemas.microsoft.com/office/drawing/2014/main" id="{0232DE23-BC7B-A735-26BC-0831A351FF21}"/>
                </a:ext>
              </a:extLst>
            </p:cNvPr>
            <p:cNvSpPr/>
            <p:nvPr/>
          </p:nvSpPr>
          <p:spPr>
            <a:xfrm>
              <a:off x="214090" y="544285"/>
              <a:ext cx="1032329" cy="785813"/>
            </a:xfrm>
            <a:prstGeom prst="flowChartDocument">
              <a:avLst/>
            </a:prstGeom>
            <a:solidFill>
              <a:schemeClr val="accent1">
                <a:alpha val="7461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200">
                  <a:solidFill>
                    <a:schemeClr val="bg1"/>
                  </a:solidFill>
                  <a:latin typeface="Franklin Gothic Book" panose="020B0503020102020204" pitchFamily="34" charset="0"/>
                </a:rPr>
                <a:t>Raw data</a:t>
              </a:r>
            </a:p>
          </p:txBody>
        </p:sp>
      </p:grpSp>
      <p:grpSp>
        <p:nvGrpSpPr>
          <p:cNvPr id="19" name="Grupa 18">
            <a:extLst>
              <a:ext uri="{FF2B5EF4-FFF2-40B4-BE49-F238E27FC236}">
                <a16:creationId xmlns:a16="http://schemas.microsoft.com/office/drawing/2014/main" id="{7836F3EF-062C-D9E6-29FE-DB3742CEBDD6}"/>
              </a:ext>
            </a:extLst>
          </p:cNvPr>
          <p:cNvGrpSpPr/>
          <p:nvPr/>
        </p:nvGrpSpPr>
        <p:grpSpPr>
          <a:xfrm>
            <a:off x="7553023" y="2634038"/>
            <a:ext cx="1032329" cy="1129848"/>
            <a:chOff x="7553023" y="2634038"/>
            <a:chExt cx="1032329" cy="1129848"/>
          </a:xfrm>
        </p:grpSpPr>
        <p:cxnSp>
          <p:nvCxnSpPr>
            <p:cNvPr id="22" name="Łącznik prosty ze strzałką 21">
              <a:extLst>
                <a:ext uri="{FF2B5EF4-FFF2-40B4-BE49-F238E27FC236}">
                  <a16:creationId xmlns:a16="http://schemas.microsoft.com/office/drawing/2014/main" id="{2CA7E7E3-AA24-16B4-E2C1-4823EE72AB3B}"/>
                </a:ext>
              </a:extLst>
            </p:cNvPr>
            <p:cNvCxnSpPr>
              <a:cxnSpLocks/>
              <a:stCxn id="24" idx="2"/>
            </p:cNvCxnSpPr>
            <p:nvPr/>
          </p:nvCxnSpPr>
          <p:spPr>
            <a:xfrm>
              <a:off x="8069188" y="3367900"/>
              <a:ext cx="6499" cy="395986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Dokument 23">
              <a:extLst>
                <a:ext uri="{FF2B5EF4-FFF2-40B4-BE49-F238E27FC236}">
                  <a16:creationId xmlns:a16="http://schemas.microsoft.com/office/drawing/2014/main" id="{F9F7B403-4358-CB8B-247C-3F2843DDC236}"/>
                </a:ext>
              </a:extLst>
            </p:cNvPr>
            <p:cNvSpPr/>
            <p:nvPr/>
          </p:nvSpPr>
          <p:spPr>
            <a:xfrm>
              <a:off x="7553023" y="2634038"/>
              <a:ext cx="1032329" cy="785813"/>
            </a:xfrm>
            <a:prstGeom prst="flowChartDocument">
              <a:avLst/>
            </a:prstGeom>
            <a:solidFill>
              <a:schemeClr val="accent4">
                <a:alpha val="7461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Franklin Gothic Book" panose="020B0503020102020204" pitchFamily="34" charset="0"/>
                </a:rPr>
                <a:t>Trained model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08425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rostokąt 25">
            <a:extLst>
              <a:ext uri="{FF2B5EF4-FFF2-40B4-BE49-F238E27FC236}">
                <a16:creationId xmlns:a16="http://schemas.microsoft.com/office/drawing/2014/main" id="{8F50A74E-9C7C-9A60-C7A3-FAB6A515BFD3}"/>
              </a:ext>
            </a:extLst>
          </p:cNvPr>
          <p:cNvSpPr/>
          <p:nvPr/>
        </p:nvSpPr>
        <p:spPr>
          <a:xfrm>
            <a:off x="2953053" y="544286"/>
            <a:ext cx="4374847" cy="3080657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latin typeface="Franklin Gothic Book" panose="020B0503020102020204" pitchFamily="34" charset="0"/>
            </a:endParaRP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F6FB1EBB-8F4E-A1CE-35C6-D7CFB2700AB2}"/>
              </a:ext>
            </a:extLst>
          </p:cNvPr>
          <p:cNvSpPr/>
          <p:nvPr/>
        </p:nvSpPr>
        <p:spPr>
          <a:xfrm>
            <a:off x="118532" y="544286"/>
            <a:ext cx="2722639" cy="3080657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C1A7FA72-D8A4-9E48-D5E1-EECE70EB9CB9}"/>
              </a:ext>
            </a:extLst>
          </p:cNvPr>
          <p:cNvSpPr/>
          <p:nvPr/>
        </p:nvSpPr>
        <p:spPr>
          <a:xfrm>
            <a:off x="7461554" y="544285"/>
            <a:ext cx="1563914" cy="4146248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latin typeface="Franklin Gothic Book" panose="020B0503020102020204" pitchFamily="34" charset="0"/>
            </a:endParaRPr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00B5A6B0-5866-6637-3886-90A447704A7C}"/>
              </a:ext>
            </a:extLst>
          </p:cNvPr>
          <p:cNvSpPr/>
          <p:nvPr/>
        </p:nvSpPr>
        <p:spPr>
          <a:xfrm>
            <a:off x="217414" y="1550610"/>
            <a:ext cx="1032329" cy="744463"/>
          </a:xfrm>
          <a:prstGeom prst="rect">
            <a:avLst/>
          </a:prstGeom>
          <a:solidFill>
            <a:schemeClr val="accent1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tx1"/>
                </a:solidFill>
                <a:latin typeface="Franklin Gothic Book" panose="020B0503020102020204" pitchFamily="34" charset="0"/>
              </a:rPr>
              <a:t>Data extraction</a:t>
            </a: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BFFC6624-C17E-CDA7-BFF5-87E6D25E0731}"/>
              </a:ext>
            </a:extLst>
          </p:cNvPr>
          <p:cNvSpPr/>
          <p:nvPr/>
        </p:nvSpPr>
        <p:spPr>
          <a:xfrm>
            <a:off x="214090" y="2634038"/>
            <a:ext cx="1032329" cy="744463"/>
          </a:xfrm>
          <a:prstGeom prst="rect">
            <a:avLst/>
          </a:prstGeom>
          <a:solidFill>
            <a:schemeClr val="accent1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tx1"/>
                </a:solidFill>
                <a:latin typeface="Franklin Gothic Book" panose="020B0503020102020204" pitchFamily="34" charset="0"/>
              </a:rPr>
              <a:t>Data analysis</a:t>
            </a: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8FC5AC4F-B5E5-E92B-083D-E4C1D26DADE7}"/>
              </a:ext>
            </a:extLst>
          </p:cNvPr>
          <p:cNvSpPr/>
          <p:nvPr/>
        </p:nvSpPr>
        <p:spPr>
          <a:xfrm>
            <a:off x="1590224" y="2634038"/>
            <a:ext cx="1032329" cy="744463"/>
          </a:xfrm>
          <a:prstGeom prst="rect">
            <a:avLst/>
          </a:prstGeom>
          <a:solidFill>
            <a:schemeClr val="accent1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tx1"/>
                </a:solidFill>
                <a:latin typeface="Franklin Gothic Book" panose="020B0503020102020204" pitchFamily="34" charset="0"/>
              </a:rPr>
              <a:t>Data preparation</a:t>
            </a: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9A0218DC-624A-1251-D9EA-2E7F4AED5841}"/>
              </a:ext>
            </a:extLst>
          </p:cNvPr>
          <p:cNvSpPr/>
          <p:nvPr/>
        </p:nvSpPr>
        <p:spPr>
          <a:xfrm>
            <a:off x="3184976" y="2634038"/>
            <a:ext cx="1032329" cy="744463"/>
          </a:xfrm>
          <a:prstGeom prst="rect">
            <a:avLst/>
          </a:prstGeom>
          <a:solidFill>
            <a:schemeClr val="accent2"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bg1"/>
                </a:solidFill>
                <a:latin typeface="Franklin Gothic Book" panose="020B0503020102020204" pitchFamily="34" charset="0"/>
              </a:rPr>
              <a:t>Model training</a:t>
            </a:r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DB5DC1AD-FA1C-D9A8-5119-0C9BEEC67F99}"/>
              </a:ext>
            </a:extLst>
          </p:cNvPr>
          <p:cNvSpPr/>
          <p:nvPr/>
        </p:nvSpPr>
        <p:spPr>
          <a:xfrm>
            <a:off x="4641847" y="2634038"/>
            <a:ext cx="1032329" cy="744463"/>
          </a:xfrm>
          <a:prstGeom prst="rect">
            <a:avLst/>
          </a:prstGeom>
          <a:solidFill>
            <a:schemeClr val="accent2"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bg1"/>
                </a:solidFill>
                <a:latin typeface="Franklin Gothic Book" panose="020B0503020102020204" pitchFamily="34" charset="0"/>
              </a:rPr>
              <a:t>Model evaluation</a:t>
            </a:r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1EDFDCDF-0551-C40E-CA50-7FF7730A9FFD}"/>
              </a:ext>
            </a:extLst>
          </p:cNvPr>
          <p:cNvSpPr/>
          <p:nvPr/>
        </p:nvSpPr>
        <p:spPr>
          <a:xfrm>
            <a:off x="6098718" y="2634038"/>
            <a:ext cx="1032329" cy="744463"/>
          </a:xfrm>
          <a:prstGeom prst="rect">
            <a:avLst/>
          </a:prstGeom>
          <a:solidFill>
            <a:schemeClr val="accent2"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bg1"/>
                </a:solidFill>
                <a:latin typeface="Franklin Gothic Book" panose="020B0503020102020204" pitchFamily="34" charset="0"/>
              </a:rPr>
              <a:t>Model validation</a:t>
            </a:r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AB625936-29EE-DE31-E6DD-289635BFC4BA}"/>
              </a:ext>
            </a:extLst>
          </p:cNvPr>
          <p:cNvSpPr/>
          <p:nvPr/>
        </p:nvSpPr>
        <p:spPr>
          <a:xfrm>
            <a:off x="7559522" y="3763886"/>
            <a:ext cx="1032329" cy="469448"/>
          </a:xfrm>
          <a:prstGeom prst="rect">
            <a:avLst/>
          </a:prstGeom>
          <a:solidFill>
            <a:schemeClr val="accent4"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tx1">
                    <a:lumMod val="85000"/>
                    <a:lumOff val="15000"/>
                  </a:schemeClr>
                </a:solidFill>
                <a:latin typeface="Franklin Gothic Book" panose="020B0503020102020204" pitchFamily="34" charset="0"/>
              </a:rPr>
              <a:t>Model registry</a:t>
            </a:r>
          </a:p>
        </p:txBody>
      </p:sp>
      <p:sp>
        <p:nvSpPr>
          <p:cNvPr id="17" name="Prostokąt 16">
            <a:extLst>
              <a:ext uri="{FF2B5EF4-FFF2-40B4-BE49-F238E27FC236}">
                <a16:creationId xmlns:a16="http://schemas.microsoft.com/office/drawing/2014/main" id="{159412C8-233A-80AE-B563-7226D4CA8C93}"/>
              </a:ext>
            </a:extLst>
          </p:cNvPr>
          <p:cNvSpPr/>
          <p:nvPr/>
        </p:nvSpPr>
        <p:spPr>
          <a:xfrm>
            <a:off x="2082800" y="3996267"/>
            <a:ext cx="1328961" cy="602947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8" name="Prostokąt 17">
            <a:extLst>
              <a:ext uri="{FF2B5EF4-FFF2-40B4-BE49-F238E27FC236}">
                <a16:creationId xmlns:a16="http://schemas.microsoft.com/office/drawing/2014/main" id="{CEC98D2F-3146-4BD0-AB84-97E3CE91258F}"/>
              </a:ext>
            </a:extLst>
          </p:cNvPr>
          <p:cNvSpPr/>
          <p:nvPr/>
        </p:nvSpPr>
        <p:spPr>
          <a:xfrm>
            <a:off x="4107696" y="3996267"/>
            <a:ext cx="1328961" cy="602947"/>
          </a:xfrm>
          <a:prstGeom prst="rect">
            <a:avLst/>
          </a:prstGeom>
          <a:solidFill>
            <a:schemeClr val="accent6"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bg1"/>
                </a:solidFill>
                <a:latin typeface="Franklin Gothic Book" panose="020B0503020102020204" pitchFamily="34" charset="0"/>
              </a:rPr>
              <a:t>Prediction service</a:t>
            </a:r>
          </a:p>
        </p:txBody>
      </p:sp>
      <p:cxnSp>
        <p:nvCxnSpPr>
          <p:cNvPr id="21" name="Łącznik prosty ze strzałką 20">
            <a:extLst>
              <a:ext uri="{FF2B5EF4-FFF2-40B4-BE49-F238E27FC236}">
                <a16:creationId xmlns:a16="http://schemas.microsoft.com/office/drawing/2014/main" id="{50D33394-B0FE-ADED-AC23-AA43EE1E8401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730254" y="2295073"/>
            <a:ext cx="1" cy="33896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Łącznik prosty ze strzałką 24">
            <a:extLst>
              <a:ext uri="{FF2B5EF4-FFF2-40B4-BE49-F238E27FC236}">
                <a16:creationId xmlns:a16="http://schemas.microsoft.com/office/drawing/2014/main" id="{50260218-9319-4641-2A99-96F4F3A40F7C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1249743" y="3006269"/>
            <a:ext cx="340481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Łącznik prosty ze strzałką 27">
            <a:extLst>
              <a:ext uri="{FF2B5EF4-FFF2-40B4-BE49-F238E27FC236}">
                <a16:creationId xmlns:a16="http://schemas.microsoft.com/office/drawing/2014/main" id="{564E564F-01F6-CF97-2BE2-D7F561591235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2622553" y="3006269"/>
            <a:ext cx="562423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Łącznik prosty ze strzałką 30">
            <a:extLst>
              <a:ext uri="{FF2B5EF4-FFF2-40B4-BE49-F238E27FC236}">
                <a16:creationId xmlns:a16="http://schemas.microsoft.com/office/drawing/2014/main" id="{BC68A571-0561-B950-E52D-8E753CCA0D70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4217305" y="3006270"/>
            <a:ext cx="424542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Łącznik prosty ze strzałką 31">
            <a:extLst>
              <a:ext uri="{FF2B5EF4-FFF2-40B4-BE49-F238E27FC236}">
                <a16:creationId xmlns:a16="http://schemas.microsoft.com/office/drawing/2014/main" id="{FD6EF649-BB33-16F7-719D-434B0834A3DB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5674176" y="3006270"/>
            <a:ext cx="424542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Łącznik prosty ze strzałką 32">
            <a:extLst>
              <a:ext uri="{FF2B5EF4-FFF2-40B4-BE49-F238E27FC236}">
                <a16:creationId xmlns:a16="http://schemas.microsoft.com/office/drawing/2014/main" id="{497B2EB8-CF19-E5CB-FE7E-A2CAFD39CE4B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3411761" y="4297741"/>
            <a:ext cx="69593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Łącznik prosty ze strzałką 39">
            <a:extLst>
              <a:ext uri="{FF2B5EF4-FFF2-40B4-BE49-F238E27FC236}">
                <a16:creationId xmlns:a16="http://schemas.microsoft.com/office/drawing/2014/main" id="{DFC4AAAA-B703-9D4A-645E-5AF4AF4B8C54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7131047" y="3006270"/>
            <a:ext cx="42847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Łącznik łamany 50">
            <a:extLst>
              <a:ext uri="{FF2B5EF4-FFF2-40B4-BE49-F238E27FC236}">
                <a16:creationId xmlns:a16="http://schemas.microsoft.com/office/drawing/2014/main" id="{DAACFCA3-2BFF-D74A-8F2D-6955DFDA1B37}"/>
              </a:ext>
            </a:extLst>
          </p:cNvPr>
          <p:cNvCxnSpPr>
            <a:cxnSpLocks/>
            <a:endCxn id="18" idx="3"/>
          </p:cNvCxnSpPr>
          <p:nvPr/>
        </p:nvCxnSpPr>
        <p:spPr>
          <a:xfrm rot="10800000" flipV="1">
            <a:off x="5436658" y="3202665"/>
            <a:ext cx="2117119" cy="1095075"/>
          </a:xfrm>
          <a:prstGeom prst="bentConnector3">
            <a:avLst>
              <a:gd name="adj1" fmla="val 6809"/>
            </a:avLst>
          </a:prstGeom>
          <a:ln>
            <a:solidFill>
              <a:schemeClr val="bg1">
                <a:lumMod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wal 54">
            <a:extLst>
              <a:ext uri="{FF2B5EF4-FFF2-40B4-BE49-F238E27FC236}">
                <a16:creationId xmlns:a16="http://schemas.microsoft.com/office/drawing/2014/main" id="{3702B4B5-FAE0-974A-6C13-F4570B5BC3FB}"/>
              </a:ext>
            </a:extLst>
          </p:cNvPr>
          <p:cNvSpPr/>
          <p:nvPr/>
        </p:nvSpPr>
        <p:spPr>
          <a:xfrm>
            <a:off x="8268237" y="637655"/>
            <a:ext cx="658349" cy="658349"/>
          </a:xfrm>
          <a:prstGeom prst="ellipse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bg1">
                    <a:lumMod val="50000"/>
                  </a:schemeClr>
                </a:solidFill>
                <a:latin typeface="Franklin Gothic Book" panose="020B0503020102020204" pitchFamily="34" charset="0"/>
              </a:rPr>
              <a:t>ML</a:t>
            </a:r>
          </a:p>
        </p:txBody>
      </p:sp>
      <p:cxnSp>
        <p:nvCxnSpPr>
          <p:cNvPr id="56" name="Łącznik łamany 55">
            <a:extLst>
              <a:ext uri="{FF2B5EF4-FFF2-40B4-BE49-F238E27FC236}">
                <a16:creationId xmlns:a16="http://schemas.microsoft.com/office/drawing/2014/main" id="{D5E6FCC3-F583-FF3D-3140-EC2EC46F326A}"/>
              </a:ext>
            </a:extLst>
          </p:cNvPr>
          <p:cNvCxnSpPr>
            <a:cxnSpLocks/>
            <a:endCxn id="55" idx="4"/>
          </p:cNvCxnSpPr>
          <p:nvPr/>
        </p:nvCxnSpPr>
        <p:spPr>
          <a:xfrm flipV="1">
            <a:off x="8591851" y="1296004"/>
            <a:ext cx="5561" cy="1710266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Łącznik łamany 22">
            <a:extLst>
              <a:ext uri="{FF2B5EF4-FFF2-40B4-BE49-F238E27FC236}">
                <a16:creationId xmlns:a16="http://schemas.microsoft.com/office/drawing/2014/main" id="{4E365F28-858B-70A6-684F-E65A968F82DE}"/>
              </a:ext>
            </a:extLst>
          </p:cNvPr>
          <p:cNvCxnSpPr>
            <a:stCxn id="17" idx="1"/>
            <a:endCxn id="9" idx="2"/>
          </p:cNvCxnSpPr>
          <p:nvPr/>
        </p:nvCxnSpPr>
        <p:spPr>
          <a:xfrm rot="10800000">
            <a:off x="730256" y="3378501"/>
            <a:ext cx="1352545" cy="919240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upa 1">
            <a:extLst>
              <a:ext uri="{FF2B5EF4-FFF2-40B4-BE49-F238E27FC236}">
                <a16:creationId xmlns:a16="http://schemas.microsoft.com/office/drawing/2014/main" id="{ED2D8F2C-62B8-ACC2-FC48-C62D2E0840BA}"/>
              </a:ext>
            </a:extLst>
          </p:cNvPr>
          <p:cNvGrpSpPr/>
          <p:nvPr/>
        </p:nvGrpSpPr>
        <p:grpSpPr>
          <a:xfrm>
            <a:off x="214090" y="544285"/>
            <a:ext cx="1032329" cy="1006325"/>
            <a:chOff x="214090" y="544285"/>
            <a:chExt cx="1032329" cy="1006325"/>
          </a:xfrm>
        </p:grpSpPr>
        <p:cxnSp>
          <p:nvCxnSpPr>
            <p:cNvPr id="3" name="Łącznik prosty ze strzałką 2">
              <a:extLst>
                <a:ext uri="{FF2B5EF4-FFF2-40B4-BE49-F238E27FC236}">
                  <a16:creationId xmlns:a16="http://schemas.microsoft.com/office/drawing/2014/main" id="{76DA32A0-9638-365B-14AC-CB6B70B74BDA}"/>
                </a:ext>
              </a:extLst>
            </p:cNvPr>
            <p:cNvCxnSpPr>
              <a:cxnSpLocks/>
              <a:stCxn id="16" idx="2"/>
            </p:cNvCxnSpPr>
            <p:nvPr/>
          </p:nvCxnSpPr>
          <p:spPr>
            <a:xfrm>
              <a:off x="730255" y="1278147"/>
              <a:ext cx="3324" cy="272463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Dokument 15">
              <a:extLst>
                <a:ext uri="{FF2B5EF4-FFF2-40B4-BE49-F238E27FC236}">
                  <a16:creationId xmlns:a16="http://schemas.microsoft.com/office/drawing/2014/main" id="{82D895C8-3744-98B5-98D1-16F20A10E2B0}"/>
                </a:ext>
              </a:extLst>
            </p:cNvPr>
            <p:cNvSpPr/>
            <p:nvPr/>
          </p:nvSpPr>
          <p:spPr>
            <a:xfrm>
              <a:off x="214090" y="544285"/>
              <a:ext cx="1032329" cy="785813"/>
            </a:xfrm>
            <a:prstGeom prst="flowChartDocument">
              <a:avLst/>
            </a:prstGeom>
            <a:solidFill>
              <a:schemeClr val="accent1">
                <a:alpha val="7461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200">
                  <a:solidFill>
                    <a:schemeClr val="bg1"/>
                  </a:solidFill>
                  <a:latin typeface="Franklin Gothic Book" panose="020B0503020102020204" pitchFamily="34" charset="0"/>
                </a:rPr>
                <a:t>Raw data</a:t>
              </a:r>
            </a:p>
          </p:txBody>
        </p:sp>
      </p:grpSp>
      <p:grpSp>
        <p:nvGrpSpPr>
          <p:cNvPr id="19" name="Grupa 18">
            <a:extLst>
              <a:ext uri="{FF2B5EF4-FFF2-40B4-BE49-F238E27FC236}">
                <a16:creationId xmlns:a16="http://schemas.microsoft.com/office/drawing/2014/main" id="{B93E6930-9F2B-8C8E-F917-0B83015AC114}"/>
              </a:ext>
            </a:extLst>
          </p:cNvPr>
          <p:cNvGrpSpPr/>
          <p:nvPr/>
        </p:nvGrpSpPr>
        <p:grpSpPr>
          <a:xfrm>
            <a:off x="7553023" y="2634038"/>
            <a:ext cx="1032329" cy="1129848"/>
            <a:chOff x="7553023" y="2634038"/>
            <a:chExt cx="1032329" cy="1129848"/>
          </a:xfrm>
        </p:grpSpPr>
        <p:cxnSp>
          <p:nvCxnSpPr>
            <p:cNvPr id="22" name="Łącznik prosty ze strzałką 21">
              <a:extLst>
                <a:ext uri="{FF2B5EF4-FFF2-40B4-BE49-F238E27FC236}">
                  <a16:creationId xmlns:a16="http://schemas.microsoft.com/office/drawing/2014/main" id="{857EBABB-5933-7253-3A32-AACB9B5F7D1C}"/>
                </a:ext>
              </a:extLst>
            </p:cNvPr>
            <p:cNvCxnSpPr>
              <a:cxnSpLocks/>
              <a:stCxn id="24" idx="2"/>
            </p:cNvCxnSpPr>
            <p:nvPr/>
          </p:nvCxnSpPr>
          <p:spPr>
            <a:xfrm>
              <a:off x="8069188" y="3367900"/>
              <a:ext cx="6499" cy="395986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Dokument 23">
              <a:extLst>
                <a:ext uri="{FF2B5EF4-FFF2-40B4-BE49-F238E27FC236}">
                  <a16:creationId xmlns:a16="http://schemas.microsoft.com/office/drawing/2014/main" id="{27ECD9E5-1DA7-16F7-70E6-AFCBB1B70DC8}"/>
                </a:ext>
              </a:extLst>
            </p:cNvPr>
            <p:cNvSpPr/>
            <p:nvPr/>
          </p:nvSpPr>
          <p:spPr>
            <a:xfrm>
              <a:off x="7553023" y="2634038"/>
              <a:ext cx="1032329" cy="785813"/>
            </a:xfrm>
            <a:prstGeom prst="flowChartDocument">
              <a:avLst/>
            </a:prstGeom>
            <a:solidFill>
              <a:schemeClr val="accent4">
                <a:alpha val="7461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Franklin Gothic Book" panose="020B0503020102020204" pitchFamily="34" charset="0"/>
                </a:rPr>
                <a:t>Trained model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0780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rostokąt 34">
            <a:extLst>
              <a:ext uri="{FF2B5EF4-FFF2-40B4-BE49-F238E27FC236}">
                <a16:creationId xmlns:a16="http://schemas.microsoft.com/office/drawing/2014/main" id="{695548FC-7BDC-ABA2-27DE-434B90737F2A}"/>
              </a:ext>
            </a:extLst>
          </p:cNvPr>
          <p:cNvSpPr/>
          <p:nvPr/>
        </p:nvSpPr>
        <p:spPr>
          <a:xfrm>
            <a:off x="2953053" y="544286"/>
            <a:ext cx="4374847" cy="3080657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latin typeface="Franklin Gothic Book" panose="020B0503020102020204" pitchFamily="34" charset="0"/>
            </a:endParaRP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F6FB1EBB-8F4E-A1CE-35C6-D7CFB2700AB2}"/>
              </a:ext>
            </a:extLst>
          </p:cNvPr>
          <p:cNvSpPr/>
          <p:nvPr/>
        </p:nvSpPr>
        <p:spPr>
          <a:xfrm>
            <a:off x="118532" y="544286"/>
            <a:ext cx="2722639" cy="3080657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C1A7FA72-D8A4-9E48-D5E1-EECE70EB9CB9}"/>
              </a:ext>
            </a:extLst>
          </p:cNvPr>
          <p:cNvSpPr/>
          <p:nvPr/>
        </p:nvSpPr>
        <p:spPr>
          <a:xfrm>
            <a:off x="7461554" y="544285"/>
            <a:ext cx="1563914" cy="4146248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latin typeface="Franklin Gothic Book" panose="020B0503020102020204" pitchFamily="34" charset="0"/>
            </a:endParaRPr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00B5A6B0-5866-6637-3886-90A447704A7C}"/>
              </a:ext>
            </a:extLst>
          </p:cNvPr>
          <p:cNvSpPr/>
          <p:nvPr/>
        </p:nvSpPr>
        <p:spPr>
          <a:xfrm>
            <a:off x="217414" y="1550610"/>
            <a:ext cx="1032329" cy="744463"/>
          </a:xfrm>
          <a:prstGeom prst="rect">
            <a:avLst/>
          </a:prstGeom>
          <a:solidFill>
            <a:schemeClr val="accent1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tx1"/>
                </a:solidFill>
                <a:latin typeface="Franklin Gothic Book" panose="020B0503020102020204" pitchFamily="34" charset="0"/>
              </a:rPr>
              <a:t>Data extraction</a:t>
            </a: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BFFC6624-C17E-CDA7-BFF5-87E6D25E0731}"/>
              </a:ext>
            </a:extLst>
          </p:cNvPr>
          <p:cNvSpPr/>
          <p:nvPr/>
        </p:nvSpPr>
        <p:spPr>
          <a:xfrm>
            <a:off x="214090" y="2634038"/>
            <a:ext cx="1032329" cy="744463"/>
          </a:xfrm>
          <a:prstGeom prst="rect">
            <a:avLst/>
          </a:prstGeom>
          <a:solidFill>
            <a:schemeClr val="accent1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tx1"/>
                </a:solidFill>
                <a:latin typeface="Franklin Gothic Book" panose="020B0503020102020204" pitchFamily="34" charset="0"/>
              </a:rPr>
              <a:t>Data analysis</a:t>
            </a: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8FC5AC4F-B5E5-E92B-083D-E4C1D26DADE7}"/>
              </a:ext>
            </a:extLst>
          </p:cNvPr>
          <p:cNvSpPr/>
          <p:nvPr/>
        </p:nvSpPr>
        <p:spPr>
          <a:xfrm>
            <a:off x="1590224" y="2634038"/>
            <a:ext cx="1032329" cy="744463"/>
          </a:xfrm>
          <a:prstGeom prst="rect">
            <a:avLst/>
          </a:prstGeom>
          <a:solidFill>
            <a:schemeClr val="accent1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tx1"/>
                </a:solidFill>
                <a:latin typeface="Franklin Gothic Book" panose="020B0503020102020204" pitchFamily="34" charset="0"/>
              </a:rPr>
              <a:t>Data preparation</a:t>
            </a: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9A0218DC-624A-1251-D9EA-2E7F4AED5841}"/>
              </a:ext>
            </a:extLst>
          </p:cNvPr>
          <p:cNvSpPr/>
          <p:nvPr/>
        </p:nvSpPr>
        <p:spPr>
          <a:xfrm>
            <a:off x="3184976" y="2634038"/>
            <a:ext cx="1032329" cy="744463"/>
          </a:xfrm>
          <a:prstGeom prst="rect">
            <a:avLst/>
          </a:prstGeom>
          <a:solidFill>
            <a:schemeClr val="accent2"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bg1"/>
                </a:solidFill>
                <a:latin typeface="Franklin Gothic Book" panose="020B0503020102020204" pitchFamily="34" charset="0"/>
              </a:rPr>
              <a:t>Model training</a:t>
            </a:r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DB5DC1AD-FA1C-D9A8-5119-0C9BEEC67F99}"/>
              </a:ext>
            </a:extLst>
          </p:cNvPr>
          <p:cNvSpPr/>
          <p:nvPr/>
        </p:nvSpPr>
        <p:spPr>
          <a:xfrm>
            <a:off x="4641847" y="2634038"/>
            <a:ext cx="1032329" cy="744463"/>
          </a:xfrm>
          <a:prstGeom prst="rect">
            <a:avLst/>
          </a:prstGeom>
          <a:solidFill>
            <a:schemeClr val="accent2"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bg1"/>
                </a:solidFill>
                <a:latin typeface="Franklin Gothic Book" panose="020B0503020102020204" pitchFamily="34" charset="0"/>
              </a:rPr>
              <a:t>Model evaluation</a:t>
            </a:r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1EDFDCDF-0551-C40E-CA50-7FF7730A9FFD}"/>
              </a:ext>
            </a:extLst>
          </p:cNvPr>
          <p:cNvSpPr/>
          <p:nvPr/>
        </p:nvSpPr>
        <p:spPr>
          <a:xfrm>
            <a:off x="6098718" y="2634038"/>
            <a:ext cx="1032329" cy="744463"/>
          </a:xfrm>
          <a:prstGeom prst="rect">
            <a:avLst/>
          </a:prstGeom>
          <a:solidFill>
            <a:schemeClr val="accent2"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bg1"/>
                </a:solidFill>
                <a:latin typeface="Franklin Gothic Book" panose="020B0503020102020204" pitchFamily="34" charset="0"/>
              </a:rPr>
              <a:t>Model validation</a:t>
            </a:r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AB625936-29EE-DE31-E6DD-289635BFC4BA}"/>
              </a:ext>
            </a:extLst>
          </p:cNvPr>
          <p:cNvSpPr/>
          <p:nvPr/>
        </p:nvSpPr>
        <p:spPr>
          <a:xfrm>
            <a:off x="7559522" y="3763886"/>
            <a:ext cx="1032329" cy="469448"/>
          </a:xfrm>
          <a:prstGeom prst="rect">
            <a:avLst/>
          </a:prstGeom>
          <a:solidFill>
            <a:schemeClr val="accent4"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tx1">
                    <a:lumMod val="85000"/>
                    <a:lumOff val="15000"/>
                  </a:schemeClr>
                </a:solidFill>
                <a:latin typeface="Franklin Gothic Book" panose="020B0503020102020204" pitchFamily="34" charset="0"/>
              </a:rPr>
              <a:t>Model registry</a:t>
            </a:r>
          </a:p>
        </p:txBody>
      </p:sp>
      <p:sp>
        <p:nvSpPr>
          <p:cNvPr id="17" name="Prostokąt 16">
            <a:extLst>
              <a:ext uri="{FF2B5EF4-FFF2-40B4-BE49-F238E27FC236}">
                <a16:creationId xmlns:a16="http://schemas.microsoft.com/office/drawing/2014/main" id="{159412C8-233A-80AE-B563-7226D4CA8C93}"/>
              </a:ext>
            </a:extLst>
          </p:cNvPr>
          <p:cNvSpPr/>
          <p:nvPr/>
        </p:nvSpPr>
        <p:spPr>
          <a:xfrm>
            <a:off x="2082800" y="3996267"/>
            <a:ext cx="1328961" cy="602947"/>
          </a:xfrm>
          <a:prstGeom prst="rect">
            <a:avLst/>
          </a:prstGeom>
          <a:solidFill>
            <a:schemeClr val="accent1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tx1"/>
                </a:solidFill>
                <a:latin typeface="Franklin Gothic Book" panose="020B0503020102020204" pitchFamily="34" charset="0"/>
              </a:rPr>
              <a:t>Performance monitoring</a:t>
            </a:r>
          </a:p>
        </p:txBody>
      </p:sp>
      <p:sp>
        <p:nvSpPr>
          <p:cNvPr id="18" name="Prostokąt 17">
            <a:extLst>
              <a:ext uri="{FF2B5EF4-FFF2-40B4-BE49-F238E27FC236}">
                <a16:creationId xmlns:a16="http://schemas.microsoft.com/office/drawing/2014/main" id="{CEC98D2F-3146-4BD0-AB84-97E3CE91258F}"/>
              </a:ext>
            </a:extLst>
          </p:cNvPr>
          <p:cNvSpPr/>
          <p:nvPr/>
        </p:nvSpPr>
        <p:spPr>
          <a:xfrm>
            <a:off x="4107696" y="3996267"/>
            <a:ext cx="1328961" cy="602947"/>
          </a:xfrm>
          <a:prstGeom prst="rect">
            <a:avLst/>
          </a:prstGeom>
          <a:solidFill>
            <a:schemeClr val="accent6"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bg1"/>
                </a:solidFill>
                <a:latin typeface="Franklin Gothic Book" panose="020B0503020102020204" pitchFamily="34" charset="0"/>
              </a:rPr>
              <a:t>Prediction service</a:t>
            </a:r>
          </a:p>
        </p:txBody>
      </p:sp>
      <p:cxnSp>
        <p:nvCxnSpPr>
          <p:cNvPr id="21" name="Łącznik prosty ze strzałką 20">
            <a:extLst>
              <a:ext uri="{FF2B5EF4-FFF2-40B4-BE49-F238E27FC236}">
                <a16:creationId xmlns:a16="http://schemas.microsoft.com/office/drawing/2014/main" id="{50D33394-B0FE-ADED-AC23-AA43EE1E8401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730254" y="2295073"/>
            <a:ext cx="1" cy="33896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Łącznik prosty ze strzałką 24">
            <a:extLst>
              <a:ext uri="{FF2B5EF4-FFF2-40B4-BE49-F238E27FC236}">
                <a16:creationId xmlns:a16="http://schemas.microsoft.com/office/drawing/2014/main" id="{50260218-9319-4641-2A99-96F4F3A40F7C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1249743" y="3006269"/>
            <a:ext cx="340481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Łącznik prosty ze strzałką 27">
            <a:extLst>
              <a:ext uri="{FF2B5EF4-FFF2-40B4-BE49-F238E27FC236}">
                <a16:creationId xmlns:a16="http://schemas.microsoft.com/office/drawing/2014/main" id="{564E564F-01F6-CF97-2BE2-D7F561591235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2622553" y="3006269"/>
            <a:ext cx="562423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Łącznik prosty ze strzałką 30">
            <a:extLst>
              <a:ext uri="{FF2B5EF4-FFF2-40B4-BE49-F238E27FC236}">
                <a16:creationId xmlns:a16="http://schemas.microsoft.com/office/drawing/2014/main" id="{BC68A571-0561-B950-E52D-8E753CCA0D70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4217305" y="3006270"/>
            <a:ext cx="424542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Łącznik prosty ze strzałką 31">
            <a:extLst>
              <a:ext uri="{FF2B5EF4-FFF2-40B4-BE49-F238E27FC236}">
                <a16:creationId xmlns:a16="http://schemas.microsoft.com/office/drawing/2014/main" id="{FD6EF649-BB33-16F7-719D-434B0834A3DB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5674176" y="3006270"/>
            <a:ext cx="424542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Łącznik prosty ze strzałką 32">
            <a:extLst>
              <a:ext uri="{FF2B5EF4-FFF2-40B4-BE49-F238E27FC236}">
                <a16:creationId xmlns:a16="http://schemas.microsoft.com/office/drawing/2014/main" id="{497B2EB8-CF19-E5CB-FE7E-A2CAFD39CE4B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3411761" y="4297741"/>
            <a:ext cx="69593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Łącznik prosty ze strzałką 39">
            <a:extLst>
              <a:ext uri="{FF2B5EF4-FFF2-40B4-BE49-F238E27FC236}">
                <a16:creationId xmlns:a16="http://schemas.microsoft.com/office/drawing/2014/main" id="{DFC4AAAA-B703-9D4A-645E-5AF4AF4B8C54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7131047" y="3006270"/>
            <a:ext cx="42847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Łącznik łamany 50">
            <a:extLst>
              <a:ext uri="{FF2B5EF4-FFF2-40B4-BE49-F238E27FC236}">
                <a16:creationId xmlns:a16="http://schemas.microsoft.com/office/drawing/2014/main" id="{DAACFCA3-2BFF-D74A-8F2D-6955DFDA1B37}"/>
              </a:ext>
            </a:extLst>
          </p:cNvPr>
          <p:cNvCxnSpPr>
            <a:cxnSpLocks/>
            <a:endCxn id="18" idx="3"/>
          </p:cNvCxnSpPr>
          <p:nvPr/>
        </p:nvCxnSpPr>
        <p:spPr>
          <a:xfrm rot="10800000" flipV="1">
            <a:off x="5436658" y="3202665"/>
            <a:ext cx="2117119" cy="1095075"/>
          </a:xfrm>
          <a:prstGeom prst="bentConnector3">
            <a:avLst>
              <a:gd name="adj1" fmla="val 6809"/>
            </a:avLst>
          </a:prstGeom>
          <a:ln>
            <a:solidFill>
              <a:schemeClr val="bg1">
                <a:lumMod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wal 54">
            <a:extLst>
              <a:ext uri="{FF2B5EF4-FFF2-40B4-BE49-F238E27FC236}">
                <a16:creationId xmlns:a16="http://schemas.microsoft.com/office/drawing/2014/main" id="{3702B4B5-FAE0-974A-6C13-F4570B5BC3FB}"/>
              </a:ext>
            </a:extLst>
          </p:cNvPr>
          <p:cNvSpPr/>
          <p:nvPr/>
        </p:nvSpPr>
        <p:spPr>
          <a:xfrm>
            <a:off x="8268237" y="637655"/>
            <a:ext cx="658349" cy="658349"/>
          </a:xfrm>
          <a:prstGeom prst="ellipse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bg1">
                    <a:lumMod val="50000"/>
                  </a:schemeClr>
                </a:solidFill>
                <a:latin typeface="Franklin Gothic Book" panose="020B0503020102020204" pitchFamily="34" charset="0"/>
              </a:rPr>
              <a:t>ML</a:t>
            </a:r>
          </a:p>
        </p:txBody>
      </p:sp>
      <p:cxnSp>
        <p:nvCxnSpPr>
          <p:cNvPr id="56" name="Łącznik łamany 55">
            <a:extLst>
              <a:ext uri="{FF2B5EF4-FFF2-40B4-BE49-F238E27FC236}">
                <a16:creationId xmlns:a16="http://schemas.microsoft.com/office/drawing/2014/main" id="{D5E6FCC3-F583-FF3D-3140-EC2EC46F326A}"/>
              </a:ext>
            </a:extLst>
          </p:cNvPr>
          <p:cNvCxnSpPr>
            <a:cxnSpLocks/>
            <a:endCxn id="55" idx="4"/>
          </p:cNvCxnSpPr>
          <p:nvPr/>
        </p:nvCxnSpPr>
        <p:spPr>
          <a:xfrm flipV="1">
            <a:off x="8591851" y="1296004"/>
            <a:ext cx="5561" cy="1710266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Łącznik łamany 22">
            <a:extLst>
              <a:ext uri="{FF2B5EF4-FFF2-40B4-BE49-F238E27FC236}">
                <a16:creationId xmlns:a16="http://schemas.microsoft.com/office/drawing/2014/main" id="{4E365F28-858B-70A6-684F-E65A968F82DE}"/>
              </a:ext>
            </a:extLst>
          </p:cNvPr>
          <p:cNvCxnSpPr>
            <a:stCxn id="17" idx="1"/>
            <a:endCxn id="9" idx="2"/>
          </p:cNvCxnSpPr>
          <p:nvPr/>
        </p:nvCxnSpPr>
        <p:spPr>
          <a:xfrm rot="10800000">
            <a:off x="730256" y="3378501"/>
            <a:ext cx="1352545" cy="919240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upa 1">
            <a:extLst>
              <a:ext uri="{FF2B5EF4-FFF2-40B4-BE49-F238E27FC236}">
                <a16:creationId xmlns:a16="http://schemas.microsoft.com/office/drawing/2014/main" id="{36ABB0BE-5356-6054-4E15-9D5560073A34}"/>
              </a:ext>
            </a:extLst>
          </p:cNvPr>
          <p:cNvGrpSpPr/>
          <p:nvPr/>
        </p:nvGrpSpPr>
        <p:grpSpPr>
          <a:xfrm>
            <a:off x="214090" y="544285"/>
            <a:ext cx="1032329" cy="1006325"/>
            <a:chOff x="214090" y="544285"/>
            <a:chExt cx="1032329" cy="1006325"/>
          </a:xfrm>
        </p:grpSpPr>
        <p:cxnSp>
          <p:nvCxnSpPr>
            <p:cNvPr id="3" name="Łącznik prosty ze strzałką 2">
              <a:extLst>
                <a:ext uri="{FF2B5EF4-FFF2-40B4-BE49-F238E27FC236}">
                  <a16:creationId xmlns:a16="http://schemas.microsoft.com/office/drawing/2014/main" id="{79B079FF-1AEA-F4DE-2469-F7CF9FD806D3}"/>
                </a:ext>
              </a:extLst>
            </p:cNvPr>
            <p:cNvCxnSpPr>
              <a:cxnSpLocks/>
              <a:stCxn id="16" idx="2"/>
            </p:cNvCxnSpPr>
            <p:nvPr/>
          </p:nvCxnSpPr>
          <p:spPr>
            <a:xfrm>
              <a:off x="730255" y="1278147"/>
              <a:ext cx="3324" cy="272463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Dokument 15">
              <a:extLst>
                <a:ext uri="{FF2B5EF4-FFF2-40B4-BE49-F238E27FC236}">
                  <a16:creationId xmlns:a16="http://schemas.microsoft.com/office/drawing/2014/main" id="{878AAA76-4389-7391-F203-5E082C5A93F8}"/>
                </a:ext>
              </a:extLst>
            </p:cNvPr>
            <p:cNvSpPr/>
            <p:nvPr/>
          </p:nvSpPr>
          <p:spPr>
            <a:xfrm>
              <a:off x="214090" y="544285"/>
              <a:ext cx="1032329" cy="785813"/>
            </a:xfrm>
            <a:prstGeom prst="flowChartDocument">
              <a:avLst/>
            </a:prstGeom>
            <a:solidFill>
              <a:schemeClr val="accent1">
                <a:alpha val="7461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200">
                  <a:solidFill>
                    <a:schemeClr val="bg1"/>
                  </a:solidFill>
                  <a:latin typeface="Franklin Gothic Book" panose="020B0503020102020204" pitchFamily="34" charset="0"/>
                </a:rPr>
                <a:t>Raw data</a:t>
              </a:r>
            </a:p>
          </p:txBody>
        </p:sp>
      </p:grpSp>
      <p:grpSp>
        <p:nvGrpSpPr>
          <p:cNvPr id="34" name="Grupa 33">
            <a:extLst>
              <a:ext uri="{FF2B5EF4-FFF2-40B4-BE49-F238E27FC236}">
                <a16:creationId xmlns:a16="http://schemas.microsoft.com/office/drawing/2014/main" id="{3934F256-A8E7-6C3D-0B2D-A2B3CE93D208}"/>
              </a:ext>
            </a:extLst>
          </p:cNvPr>
          <p:cNvGrpSpPr/>
          <p:nvPr/>
        </p:nvGrpSpPr>
        <p:grpSpPr>
          <a:xfrm>
            <a:off x="7553023" y="2634038"/>
            <a:ext cx="1032329" cy="1129848"/>
            <a:chOff x="7553023" y="2634038"/>
            <a:chExt cx="1032329" cy="1129848"/>
          </a:xfrm>
        </p:grpSpPr>
        <p:cxnSp>
          <p:nvCxnSpPr>
            <p:cNvPr id="47" name="Łącznik prosty ze strzałką 46">
              <a:extLst>
                <a:ext uri="{FF2B5EF4-FFF2-40B4-BE49-F238E27FC236}">
                  <a16:creationId xmlns:a16="http://schemas.microsoft.com/office/drawing/2014/main" id="{5B10881D-1383-A2D2-B9DF-1F87A8373A30}"/>
                </a:ext>
              </a:extLst>
            </p:cNvPr>
            <p:cNvCxnSpPr>
              <a:cxnSpLocks/>
              <a:stCxn id="29" idx="2"/>
              <a:endCxn id="15" idx="0"/>
            </p:cNvCxnSpPr>
            <p:nvPr/>
          </p:nvCxnSpPr>
          <p:spPr>
            <a:xfrm>
              <a:off x="8069188" y="3367900"/>
              <a:ext cx="6499" cy="395986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Dokument 28">
              <a:extLst>
                <a:ext uri="{FF2B5EF4-FFF2-40B4-BE49-F238E27FC236}">
                  <a16:creationId xmlns:a16="http://schemas.microsoft.com/office/drawing/2014/main" id="{2A79498F-ABA5-70B0-D2B7-CB7F1430E15D}"/>
                </a:ext>
              </a:extLst>
            </p:cNvPr>
            <p:cNvSpPr/>
            <p:nvPr/>
          </p:nvSpPr>
          <p:spPr>
            <a:xfrm>
              <a:off x="7553023" y="2634038"/>
              <a:ext cx="1032329" cy="785813"/>
            </a:xfrm>
            <a:prstGeom prst="flowChartDocument">
              <a:avLst/>
            </a:prstGeom>
            <a:solidFill>
              <a:schemeClr val="accent4">
                <a:alpha val="7461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Franklin Gothic Book" panose="020B0503020102020204" pitchFamily="34" charset="0"/>
                </a:rPr>
                <a:t>Trained model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33923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stokąt 3">
            <a:extLst>
              <a:ext uri="{FF2B5EF4-FFF2-40B4-BE49-F238E27FC236}">
                <a16:creationId xmlns:a16="http://schemas.microsoft.com/office/drawing/2014/main" id="{F6FB1EBB-8F4E-A1CE-35C6-D7CFB2700AB2}"/>
              </a:ext>
            </a:extLst>
          </p:cNvPr>
          <p:cNvSpPr/>
          <p:nvPr/>
        </p:nvSpPr>
        <p:spPr>
          <a:xfrm>
            <a:off x="95250" y="2166941"/>
            <a:ext cx="1236739" cy="2224768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4708C597-3785-046E-2B3E-121F62C60EFF}"/>
              </a:ext>
            </a:extLst>
          </p:cNvPr>
          <p:cNvSpPr/>
          <p:nvPr/>
        </p:nvSpPr>
        <p:spPr>
          <a:xfrm>
            <a:off x="1427547" y="2166941"/>
            <a:ext cx="5915171" cy="2224768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latin typeface="Franklin Gothic Book" panose="020B0503020102020204" pitchFamily="34" charset="0"/>
            </a:endParaRPr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C1A7FA72-D8A4-9E48-D5E1-EECE70EB9CB9}"/>
              </a:ext>
            </a:extLst>
          </p:cNvPr>
          <p:cNvSpPr/>
          <p:nvPr/>
        </p:nvSpPr>
        <p:spPr>
          <a:xfrm>
            <a:off x="7438272" y="2166940"/>
            <a:ext cx="1563914" cy="2224768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latin typeface="Franklin Gothic Book" panose="020B0503020102020204" pitchFamily="34" charset="0"/>
            </a:endParaRP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BFFC6624-C17E-CDA7-BFF5-87E6D25E0731}"/>
              </a:ext>
            </a:extLst>
          </p:cNvPr>
          <p:cNvSpPr/>
          <p:nvPr/>
        </p:nvSpPr>
        <p:spPr>
          <a:xfrm>
            <a:off x="190808" y="3400804"/>
            <a:ext cx="1032329" cy="744463"/>
          </a:xfrm>
          <a:prstGeom prst="rect">
            <a:avLst/>
          </a:prstGeom>
          <a:solidFill>
            <a:schemeClr val="accent1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tx1"/>
                </a:solidFill>
                <a:latin typeface="Franklin Gothic Book" panose="020B0503020102020204" pitchFamily="34" charset="0"/>
              </a:rPr>
              <a:t>Data extraction and analysis</a:t>
            </a: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8FC5AC4F-B5E5-E92B-083D-E4C1D26DADE7}"/>
              </a:ext>
            </a:extLst>
          </p:cNvPr>
          <p:cNvSpPr/>
          <p:nvPr/>
        </p:nvSpPr>
        <p:spPr>
          <a:xfrm>
            <a:off x="1566941" y="3400804"/>
            <a:ext cx="1296000" cy="744463"/>
          </a:xfrm>
          <a:prstGeom prst="rect">
            <a:avLst/>
          </a:prstGeom>
          <a:solidFill>
            <a:schemeClr val="accent2"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bg1"/>
                </a:solidFill>
                <a:latin typeface="Franklin Gothic Book" panose="020B0503020102020204" pitchFamily="34" charset="0"/>
              </a:rPr>
              <a:t>Data preparation</a:t>
            </a: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9A0218DC-624A-1251-D9EA-2E7F4AED5841}"/>
              </a:ext>
            </a:extLst>
          </p:cNvPr>
          <p:cNvSpPr/>
          <p:nvPr/>
        </p:nvSpPr>
        <p:spPr>
          <a:xfrm>
            <a:off x="3687322" y="3400804"/>
            <a:ext cx="1296000" cy="744463"/>
          </a:xfrm>
          <a:prstGeom prst="rect">
            <a:avLst/>
          </a:prstGeom>
          <a:solidFill>
            <a:schemeClr val="accent2"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bg1"/>
                </a:solidFill>
                <a:latin typeface="Franklin Gothic Book" panose="020B0503020102020204" pitchFamily="34" charset="0"/>
              </a:rPr>
              <a:t>Model training</a:t>
            </a:r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DB5DC1AD-FA1C-D9A8-5119-0C9BEEC67F99}"/>
              </a:ext>
            </a:extLst>
          </p:cNvPr>
          <p:cNvSpPr/>
          <p:nvPr/>
        </p:nvSpPr>
        <p:spPr>
          <a:xfrm>
            <a:off x="5807703" y="3421742"/>
            <a:ext cx="1296000" cy="744463"/>
          </a:xfrm>
          <a:prstGeom prst="rect">
            <a:avLst/>
          </a:prstGeom>
          <a:solidFill>
            <a:schemeClr val="accent2"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bg1"/>
                </a:solidFill>
                <a:latin typeface="Franklin Gothic Book" panose="020B0503020102020204" pitchFamily="34" charset="0"/>
              </a:rPr>
              <a:t>Model evaluation and validation</a:t>
            </a:r>
          </a:p>
        </p:txBody>
      </p:sp>
      <p:cxnSp>
        <p:nvCxnSpPr>
          <p:cNvPr id="21" name="Łącznik prosty ze strzałką 20">
            <a:extLst>
              <a:ext uri="{FF2B5EF4-FFF2-40B4-BE49-F238E27FC236}">
                <a16:creationId xmlns:a16="http://schemas.microsoft.com/office/drawing/2014/main" id="{50D33394-B0FE-ADED-AC23-AA43EE1E8401}"/>
              </a:ext>
            </a:extLst>
          </p:cNvPr>
          <p:cNvCxnSpPr>
            <a:cxnSpLocks/>
            <a:stCxn id="26" idx="2"/>
            <a:endCxn id="9" idx="0"/>
          </p:cNvCxnSpPr>
          <p:nvPr/>
        </p:nvCxnSpPr>
        <p:spPr>
          <a:xfrm>
            <a:off x="706973" y="2982444"/>
            <a:ext cx="0" cy="41836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Łącznik prosty ze strzałką 24">
            <a:extLst>
              <a:ext uri="{FF2B5EF4-FFF2-40B4-BE49-F238E27FC236}">
                <a16:creationId xmlns:a16="http://schemas.microsoft.com/office/drawing/2014/main" id="{50260218-9319-4641-2A99-96F4F3A40F7C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1226461" y="3773035"/>
            <a:ext cx="340480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Łącznik prosty ze strzałką 27">
            <a:extLst>
              <a:ext uri="{FF2B5EF4-FFF2-40B4-BE49-F238E27FC236}">
                <a16:creationId xmlns:a16="http://schemas.microsoft.com/office/drawing/2014/main" id="{564E564F-01F6-CF97-2BE2-D7F561591235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2862941" y="3773036"/>
            <a:ext cx="824381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Łącznik prosty ze strzałką 30">
            <a:extLst>
              <a:ext uri="{FF2B5EF4-FFF2-40B4-BE49-F238E27FC236}">
                <a16:creationId xmlns:a16="http://schemas.microsoft.com/office/drawing/2014/main" id="{BC68A571-0561-B950-E52D-8E753CCA0D70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4983322" y="3793974"/>
            <a:ext cx="824381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Łącznik prosty ze strzałką 39">
            <a:extLst>
              <a:ext uri="{FF2B5EF4-FFF2-40B4-BE49-F238E27FC236}">
                <a16:creationId xmlns:a16="http://schemas.microsoft.com/office/drawing/2014/main" id="{DFC4AAAA-B703-9D4A-645E-5AF4AF4B8C54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7103703" y="3793973"/>
            <a:ext cx="589704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Dokument 23">
            <a:extLst>
              <a:ext uri="{FF2B5EF4-FFF2-40B4-BE49-F238E27FC236}">
                <a16:creationId xmlns:a16="http://schemas.microsoft.com/office/drawing/2014/main" id="{18219404-906F-65D8-7EE5-F73DB04EF902}"/>
              </a:ext>
            </a:extLst>
          </p:cNvPr>
          <p:cNvSpPr/>
          <p:nvPr/>
        </p:nvSpPr>
        <p:spPr>
          <a:xfrm>
            <a:off x="7693407" y="3421742"/>
            <a:ext cx="968829" cy="785813"/>
          </a:xfrm>
          <a:prstGeom prst="flowChartDocument">
            <a:avLst/>
          </a:prstGeom>
          <a:solidFill>
            <a:schemeClr val="accent4"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400">
                <a:solidFill>
                  <a:schemeClr val="tx1"/>
                </a:solidFill>
                <a:latin typeface="Franklin Gothic Book" panose="020B0503020102020204" pitchFamily="34" charset="0"/>
              </a:rPr>
              <a:t>Trained model</a:t>
            </a:r>
          </a:p>
        </p:txBody>
      </p:sp>
      <p:sp>
        <p:nvSpPr>
          <p:cNvPr id="26" name="Dokument 25">
            <a:extLst>
              <a:ext uri="{FF2B5EF4-FFF2-40B4-BE49-F238E27FC236}">
                <a16:creationId xmlns:a16="http://schemas.microsoft.com/office/drawing/2014/main" id="{A502618A-65AC-1B5C-503A-DF5F95A5C9C5}"/>
              </a:ext>
            </a:extLst>
          </p:cNvPr>
          <p:cNvSpPr/>
          <p:nvPr/>
        </p:nvSpPr>
        <p:spPr>
          <a:xfrm>
            <a:off x="190808" y="2248582"/>
            <a:ext cx="1032329" cy="785813"/>
          </a:xfrm>
          <a:prstGeom prst="flowChartDocument">
            <a:avLst/>
          </a:prstGeom>
          <a:solidFill>
            <a:schemeClr val="accent1"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bg1"/>
                </a:solidFill>
                <a:latin typeface="Franklin Gothic Book" panose="020B0503020102020204" pitchFamily="34" charset="0"/>
              </a:rPr>
              <a:t>Raw data</a:t>
            </a:r>
          </a:p>
        </p:txBody>
      </p:sp>
      <p:sp>
        <p:nvSpPr>
          <p:cNvPr id="30" name="Symbol zastępczy zawartości 1">
            <a:extLst>
              <a:ext uri="{FF2B5EF4-FFF2-40B4-BE49-F238E27FC236}">
                <a16:creationId xmlns:a16="http://schemas.microsoft.com/office/drawing/2014/main" id="{0B599869-88CC-C559-C1B3-DC48F454F079}"/>
              </a:ext>
            </a:extLst>
          </p:cNvPr>
          <p:cNvSpPr txBox="1">
            <a:spLocks/>
          </p:cNvSpPr>
          <p:nvPr/>
        </p:nvSpPr>
        <p:spPr>
          <a:xfrm>
            <a:off x="1759645" y="107359"/>
            <a:ext cx="5920011" cy="606303"/>
          </a:xfrm>
          <a:prstGeom prst="rect">
            <a:avLst/>
          </a:prstGeom>
        </p:spPr>
        <p:txBody>
          <a:bodyPr/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1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5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l-PL" sz="3200"/>
              <a:t>The whole proces is supported by repositories and CI/CD systems</a:t>
            </a:r>
          </a:p>
        </p:txBody>
      </p:sp>
      <p:sp>
        <p:nvSpPr>
          <p:cNvPr id="7" name="Walec 6">
            <a:extLst>
              <a:ext uri="{FF2B5EF4-FFF2-40B4-BE49-F238E27FC236}">
                <a16:creationId xmlns:a16="http://schemas.microsoft.com/office/drawing/2014/main" id="{008D9FA0-AFB2-734D-C552-C4511F73B92C}"/>
              </a:ext>
            </a:extLst>
          </p:cNvPr>
          <p:cNvSpPr/>
          <p:nvPr/>
        </p:nvSpPr>
        <p:spPr>
          <a:xfrm>
            <a:off x="1853050" y="1444791"/>
            <a:ext cx="723782" cy="563250"/>
          </a:xfrm>
          <a:prstGeom prst="can">
            <a:avLst/>
          </a:prstGeom>
          <a:solidFill>
            <a:schemeClr val="bg1">
              <a:lumMod val="95000"/>
              <a:alpha val="88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900">
                <a:solidFill>
                  <a:schemeClr val="tx1"/>
                </a:solidFill>
                <a:latin typeface="Franklin Gothic Book" panose="020B0503020102020204" pitchFamily="34" charset="0"/>
              </a:rPr>
              <a:t>Feature store</a:t>
            </a:r>
          </a:p>
        </p:txBody>
      </p:sp>
      <p:sp>
        <p:nvSpPr>
          <p:cNvPr id="8" name="Walec 7">
            <a:extLst>
              <a:ext uri="{FF2B5EF4-FFF2-40B4-BE49-F238E27FC236}">
                <a16:creationId xmlns:a16="http://schemas.microsoft.com/office/drawing/2014/main" id="{7B37DD18-3250-22BB-9659-7B75787D3B61}"/>
              </a:ext>
            </a:extLst>
          </p:cNvPr>
          <p:cNvSpPr/>
          <p:nvPr/>
        </p:nvSpPr>
        <p:spPr>
          <a:xfrm>
            <a:off x="7815930" y="1438546"/>
            <a:ext cx="723782" cy="563250"/>
          </a:xfrm>
          <a:prstGeom prst="can">
            <a:avLst/>
          </a:prstGeom>
          <a:solidFill>
            <a:schemeClr val="bg1">
              <a:lumMod val="95000"/>
              <a:alpha val="88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900">
                <a:solidFill>
                  <a:schemeClr val="tx1"/>
                </a:solidFill>
                <a:latin typeface="Franklin Gothic Book" panose="020B0503020102020204" pitchFamily="34" charset="0"/>
              </a:rPr>
              <a:t>Model registry</a:t>
            </a:r>
          </a:p>
        </p:txBody>
      </p:sp>
      <p:sp>
        <p:nvSpPr>
          <p:cNvPr id="20" name="Prostokąt zaokrąglony 19">
            <a:extLst>
              <a:ext uri="{FF2B5EF4-FFF2-40B4-BE49-F238E27FC236}">
                <a16:creationId xmlns:a16="http://schemas.microsoft.com/office/drawing/2014/main" id="{B9BEFA31-0AC5-6793-0B02-DB5DBF80D786}"/>
              </a:ext>
            </a:extLst>
          </p:cNvPr>
          <p:cNvSpPr/>
          <p:nvPr/>
        </p:nvSpPr>
        <p:spPr>
          <a:xfrm>
            <a:off x="3881004" y="1438547"/>
            <a:ext cx="2956214" cy="531306"/>
          </a:xfrm>
          <a:prstGeom prst="roundRect">
            <a:avLst/>
          </a:prstGeom>
          <a:solidFill>
            <a:schemeClr val="bg1">
              <a:lumMod val="95000"/>
              <a:alpha val="88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900">
                <a:solidFill>
                  <a:schemeClr val="tx1"/>
                </a:solidFill>
                <a:latin typeface="Franklin Gothic Book" panose="020B0503020102020204" pitchFamily="34" charset="0"/>
              </a:rPr>
              <a:t>Experiment tracking</a:t>
            </a:r>
          </a:p>
        </p:txBody>
      </p:sp>
      <p:sp>
        <p:nvSpPr>
          <p:cNvPr id="33" name="Prostokąt zaokrąglony 32">
            <a:extLst>
              <a:ext uri="{FF2B5EF4-FFF2-40B4-BE49-F238E27FC236}">
                <a16:creationId xmlns:a16="http://schemas.microsoft.com/office/drawing/2014/main" id="{F4342E43-7044-3FA4-0393-73AA496E1307}"/>
              </a:ext>
            </a:extLst>
          </p:cNvPr>
          <p:cNvSpPr/>
          <p:nvPr/>
        </p:nvSpPr>
        <p:spPr>
          <a:xfrm>
            <a:off x="7727325" y="4568718"/>
            <a:ext cx="900991" cy="447403"/>
          </a:xfrm>
          <a:prstGeom prst="roundRect">
            <a:avLst/>
          </a:prstGeom>
          <a:solidFill>
            <a:schemeClr val="tx2"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900">
                <a:solidFill>
                  <a:schemeClr val="bg1"/>
                </a:solidFill>
                <a:latin typeface="Franklin Gothic Book" panose="020B0503020102020204" pitchFamily="34" charset="0"/>
              </a:rPr>
              <a:t>CI/CD</a:t>
            </a:r>
          </a:p>
        </p:txBody>
      </p:sp>
      <p:sp>
        <p:nvSpPr>
          <p:cNvPr id="34" name="Prostokąt zaokrąglony 33">
            <a:extLst>
              <a:ext uri="{FF2B5EF4-FFF2-40B4-BE49-F238E27FC236}">
                <a16:creationId xmlns:a16="http://schemas.microsoft.com/office/drawing/2014/main" id="{09696992-B30F-D6B4-6D9B-AB37EFB81F99}"/>
              </a:ext>
            </a:extLst>
          </p:cNvPr>
          <p:cNvSpPr/>
          <p:nvPr/>
        </p:nvSpPr>
        <p:spPr>
          <a:xfrm>
            <a:off x="3881004" y="4568715"/>
            <a:ext cx="900991" cy="447403"/>
          </a:xfrm>
          <a:prstGeom prst="roundRect">
            <a:avLst/>
          </a:prstGeom>
          <a:solidFill>
            <a:schemeClr val="tx2"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900">
                <a:solidFill>
                  <a:schemeClr val="bg1"/>
                </a:solidFill>
                <a:latin typeface="Franklin Gothic Book" panose="020B0503020102020204" pitchFamily="34" charset="0"/>
              </a:rPr>
              <a:t>Model monitoring</a:t>
            </a:r>
          </a:p>
        </p:txBody>
      </p:sp>
      <p:sp>
        <p:nvSpPr>
          <p:cNvPr id="35" name="Prostokąt zaokrąglony 34">
            <a:extLst>
              <a:ext uri="{FF2B5EF4-FFF2-40B4-BE49-F238E27FC236}">
                <a16:creationId xmlns:a16="http://schemas.microsoft.com/office/drawing/2014/main" id="{731A5D79-67C0-56B2-E641-121E46EF8DE9}"/>
              </a:ext>
            </a:extLst>
          </p:cNvPr>
          <p:cNvSpPr/>
          <p:nvPr/>
        </p:nvSpPr>
        <p:spPr>
          <a:xfrm>
            <a:off x="1759645" y="4568716"/>
            <a:ext cx="900991" cy="447403"/>
          </a:xfrm>
          <a:prstGeom prst="roundRect">
            <a:avLst/>
          </a:prstGeom>
          <a:solidFill>
            <a:schemeClr val="tx2"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900">
                <a:solidFill>
                  <a:schemeClr val="bg1"/>
                </a:solidFill>
                <a:latin typeface="Franklin Gothic Book" panose="020B0503020102020204" pitchFamily="34" charset="0"/>
              </a:rPr>
              <a:t>Infrastructure monitoring</a:t>
            </a:r>
          </a:p>
        </p:txBody>
      </p:sp>
      <p:cxnSp>
        <p:nvCxnSpPr>
          <p:cNvPr id="3" name="Łącznik prosty ze strzałką 2">
            <a:extLst>
              <a:ext uri="{FF2B5EF4-FFF2-40B4-BE49-F238E27FC236}">
                <a16:creationId xmlns:a16="http://schemas.microsoft.com/office/drawing/2014/main" id="{B2CD34D8-51EE-B9EA-E2A7-1F9104F4B312}"/>
              </a:ext>
            </a:extLst>
          </p:cNvPr>
          <p:cNvCxnSpPr>
            <a:stCxn id="10" idx="0"/>
            <a:endCxn id="7" idx="3"/>
          </p:cNvCxnSpPr>
          <p:nvPr/>
        </p:nvCxnSpPr>
        <p:spPr>
          <a:xfrm flipV="1">
            <a:off x="2214941" y="2008041"/>
            <a:ext cx="0" cy="139276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Łącznik prosty ze strzałką 12">
            <a:extLst>
              <a:ext uri="{FF2B5EF4-FFF2-40B4-BE49-F238E27FC236}">
                <a16:creationId xmlns:a16="http://schemas.microsoft.com/office/drawing/2014/main" id="{ADAA6BE9-CFCB-9395-EC92-37B8CD0DCF42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4335322" y="1969853"/>
            <a:ext cx="0" cy="143095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Łącznik prosty ze strzałką 16">
            <a:extLst>
              <a:ext uri="{FF2B5EF4-FFF2-40B4-BE49-F238E27FC236}">
                <a16:creationId xmlns:a16="http://schemas.microsoft.com/office/drawing/2014/main" id="{A834C3A8-3476-712D-4A57-EDB483DBBAE5}"/>
              </a:ext>
            </a:extLst>
          </p:cNvPr>
          <p:cNvCxnSpPr>
            <a:cxnSpLocks/>
            <a:stCxn id="24" idx="0"/>
            <a:endCxn id="8" idx="3"/>
          </p:cNvCxnSpPr>
          <p:nvPr/>
        </p:nvCxnSpPr>
        <p:spPr>
          <a:xfrm flipH="1" flipV="1">
            <a:off x="8177821" y="2001796"/>
            <a:ext cx="1" cy="1419946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Łącznik prosty ze strzałką 21">
            <a:extLst>
              <a:ext uri="{FF2B5EF4-FFF2-40B4-BE49-F238E27FC236}">
                <a16:creationId xmlns:a16="http://schemas.microsoft.com/office/drawing/2014/main" id="{E66CF0C0-B785-92BB-F96A-44D7EFAA70F3}"/>
              </a:ext>
            </a:extLst>
          </p:cNvPr>
          <p:cNvCxnSpPr>
            <a:cxnSpLocks/>
            <a:endCxn id="35" idx="0"/>
          </p:cNvCxnSpPr>
          <p:nvPr/>
        </p:nvCxnSpPr>
        <p:spPr>
          <a:xfrm flipH="1">
            <a:off x="2210141" y="4145267"/>
            <a:ext cx="4800" cy="423449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Łącznik prosty ze strzałką 28">
            <a:extLst>
              <a:ext uri="{FF2B5EF4-FFF2-40B4-BE49-F238E27FC236}">
                <a16:creationId xmlns:a16="http://schemas.microsoft.com/office/drawing/2014/main" id="{AFD8090C-C8F6-DD0D-2E31-870D94D65758}"/>
              </a:ext>
            </a:extLst>
          </p:cNvPr>
          <p:cNvCxnSpPr>
            <a:cxnSpLocks/>
            <a:stCxn id="11" idx="2"/>
            <a:endCxn id="34" idx="0"/>
          </p:cNvCxnSpPr>
          <p:nvPr/>
        </p:nvCxnSpPr>
        <p:spPr>
          <a:xfrm flipH="1">
            <a:off x="4331500" y="4145267"/>
            <a:ext cx="3822" cy="42344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Łącznik prosty ze strzałką 37">
            <a:extLst>
              <a:ext uri="{FF2B5EF4-FFF2-40B4-BE49-F238E27FC236}">
                <a16:creationId xmlns:a16="http://schemas.microsoft.com/office/drawing/2014/main" id="{FBA8336F-DCC7-289A-B51C-25AEDC628AD6}"/>
              </a:ext>
            </a:extLst>
          </p:cNvPr>
          <p:cNvCxnSpPr>
            <a:cxnSpLocks/>
            <a:stCxn id="24" idx="2"/>
            <a:endCxn id="33" idx="0"/>
          </p:cNvCxnSpPr>
          <p:nvPr/>
        </p:nvCxnSpPr>
        <p:spPr>
          <a:xfrm flipH="1">
            <a:off x="8177821" y="4155604"/>
            <a:ext cx="1" cy="41311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Łącznik prosty ze strzałką 43">
            <a:extLst>
              <a:ext uri="{FF2B5EF4-FFF2-40B4-BE49-F238E27FC236}">
                <a16:creationId xmlns:a16="http://schemas.microsoft.com/office/drawing/2014/main" id="{136DFDF2-959B-F691-CEA7-3C5C16749EA5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6455703" y="1969853"/>
            <a:ext cx="0" cy="1451889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4008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20" grpId="0" animBg="1"/>
      <p:bldP spid="33" grpId="0" animBg="1"/>
      <p:bldP spid="34" grpId="0" animBg="1"/>
      <p:bldP spid="3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A9F0CB29-C81D-66AB-A7D6-2934398D1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221" y="0"/>
            <a:ext cx="759355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4346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77C502D9-D16F-DA96-D105-8E0746C4B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8" y="118123"/>
            <a:ext cx="8963025" cy="490725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60422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50172EA6-FF28-8DE5-1903-97A5173F4780}"/>
              </a:ext>
            </a:extLst>
          </p:cNvPr>
          <p:cNvSpPr txBox="1"/>
          <p:nvPr/>
        </p:nvSpPr>
        <p:spPr>
          <a:xfrm>
            <a:off x="1750979" y="823129"/>
            <a:ext cx="27533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Complexity</a:t>
            </a:r>
            <a:r>
              <a:rPr lang="pl-PL" sz="28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: </a:t>
            </a:r>
            <a:r>
              <a:rPr lang="pl-PL" sz="2800" dirty="0">
                <a:latin typeface="+mj-lt"/>
              </a:rPr>
              <a:t>data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D5CE0BDE-1BB3-6831-3F17-B769CBCFE3C2}"/>
              </a:ext>
            </a:extLst>
          </p:cNvPr>
          <p:cNvSpPr txBox="1"/>
          <p:nvPr/>
        </p:nvSpPr>
        <p:spPr>
          <a:xfrm>
            <a:off x="5560979" y="1877119"/>
            <a:ext cx="2117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Complexity</a:t>
            </a:r>
            <a:r>
              <a:rPr lang="pl-PL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: </a:t>
            </a:r>
            <a:r>
              <a:rPr lang="pl-PL" dirty="0" err="1">
                <a:latin typeface="+mj-lt"/>
              </a:rPr>
              <a:t>models</a:t>
            </a:r>
            <a:endParaRPr lang="pl-PL" dirty="0">
              <a:latin typeface="+mj-lt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A3986472-2581-8292-B16D-B0466C183FAB}"/>
              </a:ext>
            </a:extLst>
          </p:cNvPr>
          <p:cNvSpPr txBox="1"/>
          <p:nvPr/>
        </p:nvSpPr>
        <p:spPr>
          <a:xfrm>
            <a:off x="907915" y="2387084"/>
            <a:ext cx="255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Complexity</a:t>
            </a:r>
            <a:r>
              <a:rPr lang="pl-PL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: </a:t>
            </a:r>
            <a:r>
              <a:rPr lang="pl-PL" dirty="0" err="1">
                <a:latin typeface="+mj-lt"/>
              </a:rPr>
              <a:t>deployment</a:t>
            </a:r>
            <a:endParaRPr lang="pl-PL" dirty="0">
              <a:latin typeface="+mj-lt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FEBA1396-B0B3-FE2E-5976-A6952D253755}"/>
              </a:ext>
            </a:extLst>
          </p:cNvPr>
          <p:cNvSpPr txBox="1"/>
          <p:nvPr/>
        </p:nvSpPr>
        <p:spPr>
          <a:xfrm>
            <a:off x="4367720" y="3006412"/>
            <a:ext cx="21077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400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Complexity</a:t>
            </a:r>
            <a:r>
              <a:rPr lang="pl-PL" sz="1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: </a:t>
            </a:r>
            <a:r>
              <a:rPr lang="pl-PL" sz="1400" dirty="0">
                <a:latin typeface="+mj-lt"/>
              </a:rPr>
              <a:t>performance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25C71C6D-4FE3-721E-FAB0-78A99DD17B22}"/>
              </a:ext>
            </a:extLst>
          </p:cNvPr>
          <p:cNvSpPr txBox="1"/>
          <p:nvPr/>
        </p:nvSpPr>
        <p:spPr>
          <a:xfrm>
            <a:off x="2811294" y="3951039"/>
            <a:ext cx="2217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Complexity</a:t>
            </a:r>
            <a:r>
              <a:rPr lang="pl-PL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: </a:t>
            </a:r>
            <a:r>
              <a:rPr lang="pl-PL" dirty="0" err="1">
                <a:latin typeface="+mj-lt"/>
              </a:rPr>
              <a:t>changes</a:t>
            </a:r>
            <a:endParaRPr lang="pl-PL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17593538"/>
      </p:ext>
    </p:extLst>
  </p:cSld>
  <p:clrMapOvr>
    <a:masterClrMapping/>
  </p:clrMapOvr>
</p:sld>
</file>

<file path=ppt/theme/theme1.xml><?xml version="1.0" encoding="utf-8"?>
<a:theme xmlns:a="http://schemas.openxmlformats.org/drawingml/2006/main" name="1_Default Them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 Theme" id="{4F6DD0A0-A1B9-1945-A9C8-B30C420BAB19}" vid="{108F34A1-D674-6142-A51A-225FFFEBE3A7}"/>
    </a:ext>
  </a:extLst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1046</TotalTime>
  <Words>185</Words>
  <Application>Microsoft Macintosh PowerPoint</Application>
  <PresentationFormat>Pokaz na ekranie (16:9)</PresentationFormat>
  <Paragraphs>84</Paragraphs>
  <Slides>17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17</vt:i4>
      </vt:variant>
    </vt:vector>
  </HeadingPairs>
  <TitlesOfParts>
    <vt:vector size="23" baseType="lpstr">
      <vt:lpstr>Arial</vt:lpstr>
      <vt:lpstr>Calibri</vt:lpstr>
      <vt:lpstr>Franklin Gothic Book</vt:lpstr>
      <vt:lpstr>Franklin Gothic Medium</vt:lpstr>
      <vt:lpstr>Helvetica Neue Condensed</vt:lpstr>
      <vt:lpstr>1_Default Theme</vt:lpstr>
      <vt:lpstr>BigData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in Management</dc:title>
  <dc:creator>Andrzej Wodecki</dc:creator>
  <cp:lastModifiedBy>Andrzej Wodecki</cp:lastModifiedBy>
  <cp:revision>159</cp:revision>
  <dcterms:created xsi:type="dcterms:W3CDTF">2020-11-07T07:11:25Z</dcterms:created>
  <dcterms:modified xsi:type="dcterms:W3CDTF">2026-10-07T09:57:25Z</dcterms:modified>
</cp:coreProperties>
</file>